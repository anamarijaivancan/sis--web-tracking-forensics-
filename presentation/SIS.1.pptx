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73" r:id="rId11"/>
    <p:sldId id="274" r:id="rId12"/>
    <p:sldId id="263" r:id="rId13"/>
    <p:sldId id="264" r:id="rId14"/>
    <p:sldId id="265" r:id="rId15"/>
    <p:sldId id="275" r:id="rId16"/>
    <p:sldId id="267" r:id="rId17"/>
    <p:sldId id="266" r:id="rId18"/>
    <p:sldId id="276" r:id="rId19"/>
    <p:sldId id="277" r:id="rId20"/>
    <p:sldId id="278" r:id="rId21"/>
    <p:sldId id="279" r:id="rId22"/>
    <p:sldId id="280" r:id="rId23"/>
    <p:sldId id="25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13CDC-BFEF-4040-8335-B5FA2D70BFF0}" v="18" dt="2025-11-05T10:49:00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E3638B-A048-46F2-89A9-FFE4624DF3B0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A26FB4-14A2-4832-9F2D-39881D043DD8}">
      <dgm:prSet/>
      <dgm:spPr/>
      <dgm:t>
        <a:bodyPr/>
        <a:lstStyle/>
        <a:p>
          <a:r>
            <a:rPr lang="hr-HR"/>
            <a:t>Kolačići – male tekstualne datoteke pohranjene u korisnikov preglednik</a:t>
          </a:r>
          <a:endParaRPr lang="en-US"/>
        </a:p>
      </dgm:t>
    </dgm:pt>
    <dgm:pt modelId="{7E2127D8-5920-4BED-88D6-20332E497B71}" type="parTrans" cxnId="{AADF90D5-8D12-4DE8-B58C-E45ACDE0DAF3}">
      <dgm:prSet/>
      <dgm:spPr/>
      <dgm:t>
        <a:bodyPr/>
        <a:lstStyle/>
        <a:p>
          <a:endParaRPr lang="en-US"/>
        </a:p>
      </dgm:t>
    </dgm:pt>
    <dgm:pt modelId="{94E07F9C-BF52-413E-B727-E4B0B328B5ED}" type="sibTrans" cxnId="{AADF90D5-8D12-4DE8-B58C-E45ACDE0DAF3}">
      <dgm:prSet/>
      <dgm:spPr/>
      <dgm:t>
        <a:bodyPr/>
        <a:lstStyle/>
        <a:p>
          <a:endParaRPr lang="en-US"/>
        </a:p>
      </dgm:t>
    </dgm:pt>
    <dgm:pt modelId="{7E25A83A-09F2-41D8-B85D-793BE8CA8F02}">
      <dgm:prSet/>
      <dgm:spPr/>
      <dgm:t>
        <a:bodyPr/>
        <a:lstStyle/>
        <a:p>
          <a:r>
            <a:rPr lang="hr-HR"/>
            <a:t>Funkcija: pamćenje stanja i korisničkih postavki </a:t>
          </a:r>
          <a:endParaRPr lang="en-US"/>
        </a:p>
      </dgm:t>
    </dgm:pt>
    <dgm:pt modelId="{A0AE8602-711E-4AB1-B5CC-F6FE3BCEF945}" type="parTrans" cxnId="{E5C5BD29-8ABD-4B2D-BCB9-4242F7806268}">
      <dgm:prSet/>
      <dgm:spPr/>
      <dgm:t>
        <a:bodyPr/>
        <a:lstStyle/>
        <a:p>
          <a:endParaRPr lang="en-US"/>
        </a:p>
      </dgm:t>
    </dgm:pt>
    <dgm:pt modelId="{CFE25CDD-0B5E-449C-99C4-4C7BD7CE1E77}" type="sibTrans" cxnId="{E5C5BD29-8ABD-4B2D-BCB9-4242F7806268}">
      <dgm:prSet/>
      <dgm:spPr/>
      <dgm:t>
        <a:bodyPr/>
        <a:lstStyle/>
        <a:p>
          <a:endParaRPr lang="en-US"/>
        </a:p>
      </dgm:t>
    </dgm:pt>
    <dgm:pt modelId="{D311604D-F66B-496A-A176-E1A40180DDA5}">
      <dgm:prSet/>
      <dgm:spPr/>
      <dgm:t>
        <a:bodyPr/>
        <a:lstStyle/>
        <a:p>
          <a:r>
            <a:rPr lang="hr-HR"/>
            <a:t>Praćenje korisnika kroz više stranica i sesija</a:t>
          </a:r>
          <a:endParaRPr lang="en-US"/>
        </a:p>
      </dgm:t>
    </dgm:pt>
    <dgm:pt modelId="{56A07EF6-7101-454C-9B65-909550264756}" type="parTrans" cxnId="{A23B8AC9-B28A-431D-BE83-5EC777F4FF90}">
      <dgm:prSet/>
      <dgm:spPr/>
      <dgm:t>
        <a:bodyPr/>
        <a:lstStyle/>
        <a:p>
          <a:endParaRPr lang="en-US"/>
        </a:p>
      </dgm:t>
    </dgm:pt>
    <dgm:pt modelId="{0AD1617A-C427-498A-B08F-D6F67EC2FE06}" type="sibTrans" cxnId="{A23B8AC9-B28A-431D-BE83-5EC777F4FF90}">
      <dgm:prSet/>
      <dgm:spPr/>
      <dgm:t>
        <a:bodyPr/>
        <a:lstStyle/>
        <a:p>
          <a:endParaRPr lang="en-US"/>
        </a:p>
      </dgm:t>
    </dgm:pt>
    <dgm:pt modelId="{577AFE7F-E0F5-4A12-8FF5-289D72C29D1A}">
      <dgm:prSet/>
      <dgm:spPr/>
      <dgm:t>
        <a:bodyPr/>
        <a:lstStyle/>
        <a:p>
          <a:r>
            <a:rPr lang="en-US"/>
            <a:t>Vrste kolačića: First-party i Third-party</a:t>
          </a:r>
        </a:p>
      </dgm:t>
    </dgm:pt>
    <dgm:pt modelId="{0EF11B6C-B24C-4536-962B-0EE69CEA0B36}" type="parTrans" cxnId="{BD9D6581-73EB-444B-8B5D-345D14BD62B4}">
      <dgm:prSet/>
      <dgm:spPr/>
      <dgm:t>
        <a:bodyPr/>
        <a:lstStyle/>
        <a:p>
          <a:endParaRPr lang="en-US"/>
        </a:p>
      </dgm:t>
    </dgm:pt>
    <dgm:pt modelId="{052E9F98-0922-43DB-AE1A-42D3DFE719B6}" type="sibTrans" cxnId="{BD9D6581-73EB-444B-8B5D-345D14BD62B4}">
      <dgm:prSet/>
      <dgm:spPr/>
      <dgm:t>
        <a:bodyPr/>
        <a:lstStyle/>
        <a:p>
          <a:endParaRPr lang="en-US"/>
        </a:p>
      </dgm:t>
    </dgm:pt>
    <dgm:pt modelId="{B83E665B-D1B6-4A1A-9912-A8C782FF31DF}" type="pres">
      <dgm:prSet presAssocID="{15E3638B-A048-46F2-89A9-FFE4624DF3B0}" presName="linear" presStyleCnt="0">
        <dgm:presLayoutVars>
          <dgm:animLvl val="lvl"/>
          <dgm:resizeHandles val="exact"/>
        </dgm:presLayoutVars>
      </dgm:prSet>
      <dgm:spPr/>
    </dgm:pt>
    <dgm:pt modelId="{F8260811-755E-4E0E-9CCB-8EF6BDDE6FD8}" type="pres">
      <dgm:prSet presAssocID="{7AA26FB4-14A2-4832-9F2D-39881D043D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861FE5-F721-4313-8D4C-FCDA49074CAD}" type="pres">
      <dgm:prSet presAssocID="{94E07F9C-BF52-413E-B727-E4B0B328B5ED}" presName="spacer" presStyleCnt="0"/>
      <dgm:spPr/>
    </dgm:pt>
    <dgm:pt modelId="{B0F3E0B7-F295-48D7-BADA-82519AF6FFF4}" type="pres">
      <dgm:prSet presAssocID="{7E25A83A-09F2-41D8-B85D-793BE8CA8F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108FFC-F544-4272-9E95-468ABFF1922E}" type="pres">
      <dgm:prSet presAssocID="{CFE25CDD-0B5E-449C-99C4-4C7BD7CE1E77}" presName="spacer" presStyleCnt="0"/>
      <dgm:spPr/>
    </dgm:pt>
    <dgm:pt modelId="{E76289BB-BE06-422D-B4F0-BE1BFA1B8E17}" type="pres">
      <dgm:prSet presAssocID="{D311604D-F66B-496A-A176-E1A40180DDA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E6971B-8B78-4B3F-90F9-D8CF513CF697}" type="pres">
      <dgm:prSet presAssocID="{0AD1617A-C427-498A-B08F-D6F67EC2FE06}" presName="spacer" presStyleCnt="0"/>
      <dgm:spPr/>
    </dgm:pt>
    <dgm:pt modelId="{3BBDEF88-A7BC-4CB5-8AED-5B3FE81ECF2D}" type="pres">
      <dgm:prSet presAssocID="{577AFE7F-E0F5-4A12-8FF5-289D72C29D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C5BD29-8ABD-4B2D-BCB9-4242F7806268}" srcId="{15E3638B-A048-46F2-89A9-FFE4624DF3B0}" destId="{7E25A83A-09F2-41D8-B85D-793BE8CA8F02}" srcOrd="1" destOrd="0" parTransId="{A0AE8602-711E-4AB1-B5CC-F6FE3BCEF945}" sibTransId="{CFE25CDD-0B5E-449C-99C4-4C7BD7CE1E77}"/>
    <dgm:cxn modelId="{D60EA569-1073-423C-AE65-5C1B1B9D9690}" type="presOf" srcId="{15E3638B-A048-46F2-89A9-FFE4624DF3B0}" destId="{B83E665B-D1B6-4A1A-9912-A8C782FF31DF}" srcOrd="0" destOrd="0" presId="urn:microsoft.com/office/officeart/2005/8/layout/vList2"/>
    <dgm:cxn modelId="{BD9D6581-73EB-444B-8B5D-345D14BD62B4}" srcId="{15E3638B-A048-46F2-89A9-FFE4624DF3B0}" destId="{577AFE7F-E0F5-4A12-8FF5-289D72C29D1A}" srcOrd="3" destOrd="0" parTransId="{0EF11B6C-B24C-4536-962B-0EE69CEA0B36}" sibTransId="{052E9F98-0922-43DB-AE1A-42D3DFE719B6}"/>
    <dgm:cxn modelId="{7E8FF7B8-390D-47F4-85EA-A4CDDAA3186B}" type="presOf" srcId="{577AFE7F-E0F5-4A12-8FF5-289D72C29D1A}" destId="{3BBDEF88-A7BC-4CB5-8AED-5B3FE81ECF2D}" srcOrd="0" destOrd="0" presId="urn:microsoft.com/office/officeart/2005/8/layout/vList2"/>
    <dgm:cxn modelId="{A23B8AC9-B28A-431D-BE83-5EC777F4FF90}" srcId="{15E3638B-A048-46F2-89A9-FFE4624DF3B0}" destId="{D311604D-F66B-496A-A176-E1A40180DDA5}" srcOrd="2" destOrd="0" parTransId="{56A07EF6-7101-454C-9B65-909550264756}" sibTransId="{0AD1617A-C427-498A-B08F-D6F67EC2FE06}"/>
    <dgm:cxn modelId="{83DEC0CC-F390-43FD-8917-EA241223FB45}" type="presOf" srcId="{7E25A83A-09F2-41D8-B85D-793BE8CA8F02}" destId="{B0F3E0B7-F295-48D7-BADA-82519AF6FFF4}" srcOrd="0" destOrd="0" presId="urn:microsoft.com/office/officeart/2005/8/layout/vList2"/>
    <dgm:cxn modelId="{AADF90D5-8D12-4DE8-B58C-E45ACDE0DAF3}" srcId="{15E3638B-A048-46F2-89A9-FFE4624DF3B0}" destId="{7AA26FB4-14A2-4832-9F2D-39881D043DD8}" srcOrd="0" destOrd="0" parTransId="{7E2127D8-5920-4BED-88D6-20332E497B71}" sibTransId="{94E07F9C-BF52-413E-B727-E4B0B328B5ED}"/>
    <dgm:cxn modelId="{A99236E5-6BEF-4DA9-9915-91C173D9D896}" type="presOf" srcId="{D311604D-F66B-496A-A176-E1A40180DDA5}" destId="{E76289BB-BE06-422D-B4F0-BE1BFA1B8E17}" srcOrd="0" destOrd="0" presId="urn:microsoft.com/office/officeart/2005/8/layout/vList2"/>
    <dgm:cxn modelId="{36A1DDEA-21AD-49C2-83E8-97370818284F}" type="presOf" srcId="{7AA26FB4-14A2-4832-9F2D-39881D043DD8}" destId="{F8260811-755E-4E0E-9CCB-8EF6BDDE6FD8}" srcOrd="0" destOrd="0" presId="urn:microsoft.com/office/officeart/2005/8/layout/vList2"/>
    <dgm:cxn modelId="{5FA9C9BA-DA31-4AE7-A66B-09BB8BE20D23}" type="presParOf" srcId="{B83E665B-D1B6-4A1A-9912-A8C782FF31DF}" destId="{F8260811-755E-4E0E-9CCB-8EF6BDDE6FD8}" srcOrd="0" destOrd="0" presId="urn:microsoft.com/office/officeart/2005/8/layout/vList2"/>
    <dgm:cxn modelId="{E3DFDD04-44D4-47B9-B9C9-9788ED6877EE}" type="presParOf" srcId="{B83E665B-D1B6-4A1A-9912-A8C782FF31DF}" destId="{1F861FE5-F721-4313-8D4C-FCDA49074CAD}" srcOrd="1" destOrd="0" presId="urn:microsoft.com/office/officeart/2005/8/layout/vList2"/>
    <dgm:cxn modelId="{C93B63C7-FDC1-4E86-BC18-F7A12A6D5129}" type="presParOf" srcId="{B83E665B-D1B6-4A1A-9912-A8C782FF31DF}" destId="{B0F3E0B7-F295-48D7-BADA-82519AF6FFF4}" srcOrd="2" destOrd="0" presId="urn:microsoft.com/office/officeart/2005/8/layout/vList2"/>
    <dgm:cxn modelId="{D5B0A709-4F8F-4956-BB45-BEC02B92A892}" type="presParOf" srcId="{B83E665B-D1B6-4A1A-9912-A8C782FF31DF}" destId="{CC108FFC-F544-4272-9E95-468ABFF1922E}" srcOrd="3" destOrd="0" presId="urn:microsoft.com/office/officeart/2005/8/layout/vList2"/>
    <dgm:cxn modelId="{DDE4FB66-92BE-44A2-AA4B-43EC22AE9715}" type="presParOf" srcId="{B83E665B-D1B6-4A1A-9912-A8C782FF31DF}" destId="{E76289BB-BE06-422D-B4F0-BE1BFA1B8E17}" srcOrd="4" destOrd="0" presId="urn:microsoft.com/office/officeart/2005/8/layout/vList2"/>
    <dgm:cxn modelId="{8060E712-42EE-4192-B8D3-5B5E431FCD99}" type="presParOf" srcId="{B83E665B-D1B6-4A1A-9912-A8C782FF31DF}" destId="{3FE6971B-8B78-4B3F-90F9-D8CF513CF697}" srcOrd="5" destOrd="0" presId="urn:microsoft.com/office/officeart/2005/8/layout/vList2"/>
    <dgm:cxn modelId="{41C9385B-1EA8-449D-A258-A7E9FB809C5C}" type="presParOf" srcId="{B83E665B-D1B6-4A1A-9912-A8C782FF31DF}" destId="{3BBDEF88-A7BC-4CB5-8AED-5B3FE81ECF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F43EA9-96C3-4397-95BC-FA6F7B9D89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E7764F-A05F-441A-B391-E34A21E28F2C}">
      <dgm:prSet/>
      <dgm:spPr/>
      <dgm:t>
        <a:bodyPr/>
        <a:lstStyle/>
        <a:p>
          <a:r>
            <a:rPr lang="hr-HR"/>
            <a:t>Postavlja ih domena koju korisnik izravno posjećuje</a:t>
          </a:r>
          <a:endParaRPr lang="en-US"/>
        </a:p>
      </dgm:t>
    </dgm:pt>
    <dgm:pt modelId="{FE49FC3C-BDB0-412D-B2AD-5BB98278848A}" type="parTrans" cxnId="{2EA1DB36-727D-4A17-9234-C484FE0E4E17}">
      <dgm:prSet/>
      <dgm:spPr/>
      <dgm:t>
        <a:bodyPr/>
        <a:lstStyle/>
        <a:p>
          <a:endParaRPr lang="en-US"/>
        </a:p>
      </dgm:t>
    </dgm:pt>
    <dgm:pt modelId="{5B6C634A-BB0A-4B12-9DA8-13ECD5CB85B9}" type="sibTrans" cxnId="{2EA1DB36-727D-4A17-9234-C484FE0E4E17}">
      <dgm:prSet/>
      <dgm:spPr/>
      <dgm:t>
        <a:bodyPr/>
        <a:lstStyle/>
        <a:p>
          <a:endParaRPr lang="en-US"/>
        </a:p>
      </dgm:t>
    </dgm:pt>
    <dgm:pt modelId="{2DC1A264-0712-45E6-A116-1DBC67BF7499}">
      <dgm:prSet/>
      <dgm:spPr/>
      <dgm:t>
        <a:bodyPr/>
        <a:lstStyle/>
        <a:p>
          <a:r>
            <a:rPr lang="hr-HR"/>
            <a:t>Služe za: autentifikaciju, spremanje korisničkih postavki, personalizaciju</a:t>
          </a:r>
          <a:endParaRPr lang="en-US"/>
        </a:p>
      </dgm:t>
    </dgm:pt>
    <dgm:pt modelId="{A598B285-2475-4787-90F0-FB693980F863}" type="parTrans" cxnId="{B3E90359-8FD2-42C2-B15E-F2EF2E3FFE8F}">
      <dgm:prSet/>
      <dgm:spPr/>
      <dgm:t>
        <a:bodyPr/>
        <a:lstStyle/>
        <a:p>
          <a:endParaRPr lang="en-US"/>
        </a:p>
      </dgm:t>
    </dgm:pt>
    <dgm:pt modelId="{89C6431A-8D22-436D-8F39-BE62211040A4}" type="sibTrans" cxnId="{B3E90359-8FD2-42C2-B15E-F2EF2E3FFE8F}">
      <dgm:prSet/>
      <dgm:spPr/>
      <dgm:t>
        <a:bodyPr/>
        <a:lstStyle/>
        <a:p>
          <a:endParaRPr lang="en-US"/>
        </a:p>
      </dgm:t>
    </dgm:pt>
    <dgm:pt modelId="{0173D638-8EDD-4F44-8BF0-B12BF3F9E2FD}">
      <dgm:prSet/>
      <dgm:spPr/>
      <dgm:t>
        <a:bodyPr/>
        <a:lstStyle/>
        <a:p>
          <a:r>
            <a:rPr lang="hr-HR"/>
            <a:t>Osiguravaju bolje korisničko iskustvo </a:t>
          </a:r>
          <a:endParaRPr lang="en-US"/>
        </a:p>
      </dgm:t>
    </dgm:pt>
    <dgm:pt modelId="{A8C163EA-E522-47FC-B1D7-3F384486C4AC}" type="parTrans" cxnId="{E2C9FABF-658A-48E9-ABB1-C080CAB9314A}">
      <dgm:prSet/>
      <dgm:spPr/>
      <dgm:t>
        <a:bodyPr/>
        <a:lstStyle/>
        <a:p>
          <a:endParaRPr lang="en-US"/>
        </a:p>
      </dgm:t>
    </dgm:pt>
    <dgm:pt modelId="{320F5D7A-07F2-4481-8BED-BD7C3704149F}" type="sibTrans" cxnId="{E2C9FABF-658A-48E9-ABB1-C080CAB9314A}">
      <dgm:prSet/>
      <dgm:spPr/>
      <dgm:t>
        <a:bodyPr/>
        <a:lstStyle/>
        <a:p>
          <a:endParaRPr lang="en-US"/>
        </a:p>
      </dgm:t>
    </dgm:pt>
    <dgm:pt modelId="{CBB6E6D2-AE40-4597-A0CA-E404B92E51A9}">
      <dgm:prSet/>
      <dgm:spPr/>
      <dgm:t>
        <a:bodyPr/>
        <a:lstStyle/>
        <a:p>
          <a:r>
            <a:rPr lang="it-IT"/>
            <a:t>Općenito ne predstavljaju veliki rizik za privatnost.</a:t>
          </a:r>
          <a:endParaRPr lang="en-US"/>
        </a:p>
      </dgm:t>
    </dgm:pt>
    <dgm:pt modelId="{82D0C654-1AFE-40AE-9C19-BA042B9B12A0}" type="parTrans" cxnId="{1A526CF4-500B-408C-8ECD-83BFE2BA4EB2}">
      <dgm:prSet/>
      <dgm:spPr/>
      <dgm:t>
        <a:bodyPr/>
        <a:lstStyle/>
        <a:p>
          <a:endParaRPr lang="en-US"/>
        </a:p>
      </dgm:t>
    </dgm:pt>
    <dgm:pt modelId="{BD63089B-56B5-4B47-AA95-CDF17C0C382F}" type="sibTrans" cxnId="{1A526CF4-500B-408C-8ECD-83BFE2BA4EB2}">
      <dgm:prSet/>
      <dgm:spPr/>
      <dgm:t>
        <a:bodyPr/>
        <a:lstStyle/>
        <a:p>
          <a:endParaRPr lang="en-US"/>
        </a:p>
      </dgm:t>
    </dgm:pt>
    <dgm:pt modelId="{9C550446-AEAD-4919-B591-944A85A3CEF1}" type="pres">
      <dgm:prSet presAssocID="{51F43EA9-96C3-4397-95BC-FA6F7B9D89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C5CDE1-8C3D-49A6-80FF-69587EA44F0B}" type="pres">
      <dgm:prSet presAssocID="{9EE7764F-A05F-441A-B391-E34A21E28F2C}" presName="hierRoot1" presStyleCnt="0"/>
      <dgm:spPr/>
    </dgm:pt>
    <dgm:pt modelId="{7FBF412C-7E3B-44BC-B14C-3A10C4A4C6A6}" type="pres">
      <dgm:prSet presAssocID="{9EE7764F-A05F-441A-B391-E34A21E28F2C}" presName="composite" presStyleCnt="0"/>
      <dgm:spPr/>
    </dgm:pt>
    <dgm:pt modelId="{6A79369E-E64D-4873-AEB2-CE0EF657212C}" type="pres">
      <dgm:prSet presAssocID="{9EE7764F-A05F-441A-B391-E34A21E28F2C}" presName="background" presStyleLbl="node0" presStyleIdx="0" presStyleCnt="4"/>
      <dgm:spPr/>
    </dgm:pt>
    <dgm:pt modelId="{88895C24-6C32-4843-9BD3-EBC8114ED9E5}" type="pres">
      <dgm:prSet presAssocID="{9EE7764F-A05F-441A-B391-E34A21E28F2C}" presName="text" presStyleLbl="fgAcc0" presStyleIdx="0" presStyleCnt="4">
        <dgm:presLayoutVars>
          <dgm:chPref val="3"/>
        </dgm:presLayoutVars>
      </dgm:prSet>
      <dgm:spPr/>
    </dgm:pt>
    <dgm:pt modelId="{AEEB41BC-0A82-488B-BF1A-CC354047F431}" type="pres">
      <dgm:prSet presAssocID="{9EE7764F-A05F-441A-B391-E34A21E28F2C}" presName="hierChild2" presStyleCnt="0"/>
      <dgm:spPr/>
    </dgm:pt>
    <dgm:pt modelId="{920A1D43-738C-4F14-9D89-DB99BE92D632}" type="pres">
      <dgm:prSet presAssocID="{2DC1A264-0712-45E6-A116-1DBC67BF7499}" presName="hierRoot1" presStyleCnt="0"/>
      <dgm:spPr/>
    </dgm:pt>
    <dgm:pt modelId="{B87C1E0F-BB62-413F-BD02-B3C35A39EDE6}" type="pres">
      <dgm:prSet presAssocID="{2DC1A264-0712-45E6-A116-1DBC67BF7499}" presName="composite" presStyleCnt="0"/>
      <dgm:spPr/>
    </dgm:pt>
    <dgm:pt modelId="{742819AB-F108-4D26-B6C0-34720BC0AB0F}" type="pres">
      <dgm:prSet presAssocID="{2DC1A264-0712-45E6-A116-1DBC67BF7499}" presName="background" presStyleLbl="node0" presStyleIdx="1" presStyleCnt="4"/>
      <dgm:spPr/>
    </dgm:pt>
    <dgm:pt modelId="{6ECE69BC-7A3E-4A34-BA7B-6AFBE4F6B48C}" type="pres">
      <dgm:prSet presAssocID="{2DC1A264-0712-45E6-A116-1DBC67BF7499}" presName="text" presStyleLbl="fgAcc0" presStyleIdx="1" presStyleCnt="4">
        <dgm:presLayoutVars>
          <dgm:chPref val="3"/>
        </dgm:presLayoutVars>
      </dgm:prSet>
      <dgm:spPr/>
    </dgm:pt>
    <dgm:pt modelId="{BD856CC6-EAB0-4C1C-8A96-AA176F82F728}" type="pres">
      <dgm:prSet presAssocID="{2DC1A264-0712-45E6-A116-1DBC67BF7499}" presName="hierChild2" presStyleCnt="0"/>
      <dgm:spPr/>
    </dgm:pt>
    <dgm:pt modelId="{DDFD81DA-58F0-40F6-8F6A-7327357141E9}" type="pres">
      <dgm:prSet presAssocID="{0173D638-8EDD-4F44-8BF0-B12BF3F9E2FD}" presName="hierRoot1" presStyleCnt="0"/>
      <dgm:spPr/>
    </dgm:pt>
    <dgm:pt modelId="{8B66E84F-2743-422E-88E0-358EF9544CAB}" type="pres">
      <dgm:prSet presAssocID="{0173D638-8EDD-4F44-8BF0-B12BF3F9E2FD}" presName="composite" presStyleCnt="0"/>
      <dgm:spPr/>
    </dgm:pt>
    <dgm:pt modelId="{964937F7-31B0-4AA3-BE22-793AD446E170}" type="pres">
      <dgm:prSet presAssocID="{0173D638-8EDD-4F44-8BF0-B12BF3F9E2FD}" presName="background" presStyleLbl="node0" presStyleIdx="2" presStyleCnt="4"/>
      <dgm:spPr/>
    </dgm:pt>
    <dgm:pt modelId="{AD58C93D-07F6-4C39-8597-266A5BF98A35}" type="pres">
      <dgm:prSet presAssocID="{0173D638-8EDD-4F44-8BF0-B12BF3F9E2FD}" presName="text" presStyleLbl="fgAcc0" presStyleIdx="2" presStyleCnt="4">
        <dgm:presLayoutVars>
          <dgm:chPref val="3"/>
        </dgm:presLayoutVars>
      </dgm:prSet>
      <dgm:spPr/>
    </dgm:pt>
    <dgm:pt modelId="{C77DB1A6-6A69-4422-8536-A7E23ADE5BAA}" type="pres">
      <dgm:prSet presAssocID="{0173D638-8EDD-4F44-8BF0-B12BF3F9E2FD}" presName="hierChild2" presStyleCnt="0"/>
      <dgm:spPr/>
    </dgm:pt>
    <dgm:pt modelId="{AD21046E-C618-43C6-8639-8A47082319BB}" type="pres">
      <dgm:prSet presAssocID="{CBB6E6D2-AE40-4597-A0CA-E404B92E51A9}" presName="hierRoot1" presStyleCnt="0"/>
      <dgm:spPr/>
    </dgm:pt>
    <dgm:pt modelId="{C105384A-17FC-47B2-9526-5CB146CEBB3C}" type="pres">
      <dgm:prSet presAssocID="{CBB6E6D2-AE40-4597-A0CA-E404B92E51A9}" presName="composite" presStyleCnt="0"/>
      <dgm:spPr/>
    </dgm:pt>
    <dgm:pt modelId="{5D0A357D-336C-47CC-9841-945E3FF1DA9A}" type="pres">
      <dgm:prSet presAssocID="{CBB6E6D2-AE40-4597-A0CA-E404B92E51A9}" presName="background" presStyleLbl="node0" presStyleIdx="3" presStyleCnt="4"/>
      <dgm:spPr/>
    </dgm:pt>
    <dgm:pt modelId="{6832F873-3A3B-4627-A2C7-494D849B5E04}" type="pres">
      <dgm:prSet presAssocID="{CBB6E6D2-AE40-4597-A0CA-E404B92E51A9}" presName="text" presStyleLbl="fgAcc0" presStyleIdx="3" presStyleCnt="4">
        <dgm:presLayoutVars>
          <dgm:chPref val="3"/>
        </dgm:presLayoutVars>
      </dgm:prSet>
      <dgm:spPr/>
    </dgm:pt>
    <dgm:pt modelId="{01E0DD41-9E08-4D5A-BCCC-33A5D05D1128}" type="pres">
      <dgm:prSet presAssocID="{CBB6E6D2-AE40-4597-A0CA-E404B92E51A9}" presName="hierChild2" presStyleCnt="0"/>
      <dgm:spPr/>
    </dgm:pt>
  </dgm:ptLst>
  <dgm:cxnLst>
    <dgm:cxn modelId="{AD4F6935-BF9E-4D2E-B9D7-EB13C1A68041}" type="presOf" srcId="{51F43EA9-96C3-4397-95BC-FA6F7B9D89F7}" destId="{9C550446-AEAD-4919-B591-944A85A3CEF1}" srcOrd="0" destOrd="0" presId="urn:microsoft.com/office/officeart/2005/8/layout/hierarchy1"/>
    <dgm:cxn modelId="{2EA1DB36-727D-4A17-9234-C484FE0E4E17}" srcId="{51F43EA9-96C3-4397-95BC-FA6F7B9D89F7}" destId="{9EE7764F-A05F-441A-B391-E34A21E28F2C}" srcOrd="0" destOrd="0" parTransId="{FE49FC3C-BDB0-412D-B2AD-5BB98278848A}" sibTransId="{5B6C634A-BB0A-4B12-9DA8-13ECD5CB85B9}"/>
    <dgm:cxn modelId="{B8CEC65B-3598-4684-982D-3CEA9E9031C1}" type="presOf" srcId="{9EE7764F-A05F-441A-B391-E34A21E28F2C}" destId="{88895C24-6C32-4843-9BD3-EBC8114ED9E5}" srcOrd="0" destOrd="0" presId="urn:microsoft.com/office/officeart/2005/8/layout/hierarchy1"/>
    <dgm:cxn modelId="{B3E90359-8FD2-42C2-B15E-F2EF2E3FFE8F}" srcId="{51F43EA9-96C3-4397-95BC-FA6F7B9D89F7}" destId="{2DC1A264-0712-45E6-A116-1DBC67BF7499}" srcOrd="1" destOrd="0" parTransId="{A598B285-2475-4787-90F0-FB693980F863}" sibTransId="{89C6431A-8D22-436D-8F39-BE62211040A4}"/>
    <dgm:cxn modelId="{EE8F135A-2177-4839-BD60-2C19E9A6972E}" type="presOf" srcId="{2DC1A264-0712-45E6-A116-1DBC67BF7499}" destId="{6ECE69BC-7A3E-4A34-BA7B-6AFBE4F6B48C}" srcOrd="0" destOrd="0" presId="urn:microsoft.com/office/officeart/2005/8/layout/hierarchy1"/>
    <dgm:cxn modelId="{48D3269A-747F-42E3-B07D-8406165F5DC9}" type="presOf" srcId="{CBB6E6D2-AE40-4597-A0CA-E404B92E51A9}" destId="{6832F873-3A3B-4627-A2C7-494D849B5E04}" srcOrd="0" destOrd="0" presId="urn:microsoft.com/office/officeart/2005/8/layout/hierarchy1"/>
    <dgm:cxn modelId="{E2C9FABF-658A-48E9-ABB1-C080CAB9314A}" srcId="{51F43EA9-96C3-4397-95BC-FA6F7B9D89F7}" destId="{0173D638-8EDD-4F44-8BF0-B12BF3F9E2FD}" srcOrd="2" destOrd="0" parTransId="{A8C163EA-E522-47FC-B1D7-3F384486C4AC}" sibTransId="{320F5D7A-07F2-4481-8BED-BD7C3704149F}"/>
    <dgm:cxn modelId="{96F9FAE1-7958-486E-BAD7-454BB0818C9C}" type="presOf" srcId="{0173D638-8EDD-4F44-8BF0-B12BF3F9E2FD}" destId="{AD58C93D-07F6-4C39-8597-266A5BF98A35}" srcOrd="0" destOrd="0" presId="urn:microsoft.com/office/officeart/2005/8/layout/hierarchy1"/>
    <dgm:cxn modelId="{1A526CF4-500B-408C-8ECD-83BFE2BA4EB2}" srcId="{51F43EA9-96C3-4397-95BC-FA6F7B9D89F7}" destId="{CBB6E6D2-AE40-4597-A0CA-E404B92E51A9}" srcOrd="3" destOrd="0" parTransId="{82D0C654-1AFE-40AE-9C19-BA042B9B12A0}" sibTransId="{BD63089B-56B5-4B47-AA95-CDF17C0C382F}"/>
    <dgm:cxn modelId="{76519AB9-B43D-4154-AAEC-1B6D3C6C821F}" type="presParOf" srcId="{9C550446-AEAD-4919-B591-944A85A3CEF1}" destId="{C1C5CDE1-8C3D-49A6-80FF-69587EA44F0B}" srcOrd="0" destOrd="0" presId="urn:microsoft.com/office/officeart/2005/8/layout/hierarchy1"/>
    <dgm:cxn modelId="{508E258A-7247-454F-AFAE-9DE7E80B5BEE}" type="presParOf" srcId="{C1C5CDE1-8C3D-49A6-80FF-69587EA44F0B}" destId="{7FBF412C-7E3B-44BC-B14C-3A10C4A4C6A6}" srcOrd="0" destOrd="0" presId="urn:microsoft.com/office/officeart/2005/8/layout/hierarchy1"/>
    <dgm:cxn modelId="{97E3508F-7F68-4BB8-A244-385FF0A1ED0D}" type="presParOf" srcId="{7FBF412C-7E3B-44BC-B14C-3A10C4A4C6A6}" destId="{6A79369E-E64D-4873-AEB2-CE0EF657212C}" srcOrd="0" destOrd="0" presId="urn:microsoft.com/office/officeart/2005/8/layout/hierarchy1"/>
    <dgm:cxn modelId="{D338AF05-B99C-4E9C-A049-3E2226A85444}" type="presParOf" srcId="{7FBF412C-7E3B-44BC-B14C-3A10C4A4C6A6}" destId="{88895C24-6C32-4843-9BD3-EBC8114ED9E5}" srcOrd="1" destOrd="0" presId="urn:microsoft.com/office/officeart/2005/8/layout/hierarchy1"/>
    <dgm:cxn modelId="{A6FF4CD9-3830-4FC3-A1AA-1A0802B924B3}" type="presParOf" srcId="{C1C5CDE1-8C3D-49A6-80FF-69587EA44F0B}" destId="{AEEB41BC-0A82-488B-BF1A-CC354047F431}" srcOrd="1" destOrd="0" presId="urn:microsoft.com/office/officeart/2005/8/layout/hierarchy1"/>
    <dgm:cxn modelId="{33EBA87E-C8BE-4DF4-AB0C-5F6D6389CE05}" type="presParOf" srcId="{9C550446-AEAD-4919-B591-944A85A3CEF1}" destId="{920A1D43-738C-4F14-9D89-DB99BE92D632}" srcOrd="1" destOrd="0" presId="urn:microsoft.com/office/officeart/2005/8/layout/hierarchy1"/>
    <dgm:cxn modelId="{30E1BCE1-04DD-46EC-9C58-7F3343268EFA}" type="presParOf" srcId="{920A1D43-738C-4F14-9D89-DB99BE92D632}" destId="{B87C1E0F-BB62-413F-BD02-B3C35A39EDE6}" srcOrd="0" destOrd="0" presId="urn:microsoft.com/office/officeart/2005/8/layout/hierarchy1"/>
    <dgm:cxn modelId="{E0C1D9D0-90FC-4A89-A405-6AED3E4E5C6E}" type="presParOf" srcId="{B87C1E0F-BB62-413F-BD02-B3C35A39EDE6}" destId="{742819AB-F108-4D26-B6C0-34720BC0AB0F}" srcOrd="0" destOrd="0" presId="urn:microsoft.com/office/officeart/2005/8/layout/hierarchy1"/>
    <dgm:cxn modelId="{23587CBB-19E8-47A0-9DC8-6AFFA1740993}" type="presParOf" srcId="{B87C1E0F-BB62-413F-BD02-B3C35A39EDE6}" destId="{6ECE69BC-7A3E-4A34-BA7B-6AFBE4F6B48C}" srcOrd="1" destOrd="0" presId="urn:microsoft.com/office/officeart/2005/8/layout/hierarchy1"/>
    <dgm:cxn modelId="{A9CF11AA-55B7-4CAD-B4D2-FF4599976799}" type="presParOf" srcId="{920A1D43-738C-4F14-9D89-DB99BE92D632}" destId="{BD856CC6-EAB0-4C1C-8A96-AA176F82F728}" srcOrd="1" destOrd="0" presId="urn:microsoft.com/office/officeart/2005/8/layout/hierarchy1"/>
    <dgm:cxn modelId="{D9928527-2D88-4CA5-BABB-E9349658B549}" type="presParOf" srcId="{9C550446-AEAD-4919-B591-944A85A3CEF1}" destId="{DDFD81DA-58F0-40F6-8F6A-7327357141E9}" srcOrd="2" destOrd="0" presId="urn:microsoft.com/office/officeart/2005/8/layout/hierarchy1"/>
    <dgm:cxn modelId="{2B93CFAA-97FF-4CC9-88AF-22D8B9D40F50}" type="presParOf" srcId="{DDFD81DA-58F0-40F6-8F6A-7327357141E9}" destId="{8B66E84F-2743-422E-88E0-358EF9544CAB}" srcOrd="0" destOrd="0" presId="urn:microsoft.com/office/officeart/2005/8/layout/hierarchy1"/>
    <dgm:cxn modelId="{7006348B-8767-44DB-8B80-D8F475EB8F1C}" type="presParOf" srcId="{8B66E84F-2743-422E-88E0-358EF9544CAB}" destId="{964937F7-31B0-4AA3-BE22-793AD446E170}" srcOrd="0" destOrd="0" presId="urn:microsoft.com/office/officeart/2005/8/layout/hierarchy1"/>
    <dgm:cxn modelId="{02CC35F1-9E28-45A0-8F3C-D74DB1C453D4}" type="presParOf" srcId="{8B66E84F-2743-422E-88E0-358EF9544CAB}" destId="{AD58C93D-07F6-4C39-8597-266A5BF98A35}" srcOrd="1" destOrd="0" presId="urn:microsoft.com/office/officeart/2005/8/layout/hierarchy1"/>
    <dgm:cxn modelId="{3FB84F80-85A8-4846-84BA-60E50EEEDDE2}" type="presParOf" srcId="{DDFD81DA-58F0-40F6-8F6A-7327357141E9}" destId="{C77DB1A6-6A69-4422-8536-A7E23ADE5BAA}" srcOrd="1" destOrd="0" presId="urn:microsoft.com/office/officeart/2005/8/layout/hierarchy1"/>
    <dgm:cxn modelId="{5F83C481-4377-461B-89A6-9DC7485A86C6}" type="presParOf" srcId="{9C550446-AEAD-4919-B591-944A85A3CEF1}" destId="{AD21046E-C618-43C6-8639-8A47082319BB}" srcOrd="3" destOrd="0" presId="urn:microsoft.com/office/officeart/2005/8/layout/hierarchy1"/>
    <dgm:cxn modelId="{AD14FEB4-E03D-425E-84BD-CFC9B688C8A1}" type="presParOf" srcId="{AD21046E-C618-43C6-8639-8A47082319BB}" destId="{C105384A-17FC-47B2-9526-5CB146CEBB3C}" srcOrd="0" destOrd="0" presId="urn:microsoft.com/office/officeart/2005/8/layout/hierarchy1"/>
    <dgm:cxn modelId="{41929DF6-5F35-4C94-965D-434FF44044FD}" type="presParOf" srcId="{C105384A-17FC-47B2-9526-5CB146CEBB3C}" destId="{5D0A357D-336C-47CC-9841-945E3FF1DA9A}" srcOrd="0" destOrd="0" presId="urn:microsoft.com/office/officeart/2005/8/layout/hierarchy1"/>
    <dgm:cxn modelId="{925E3295-EF3B-4B66-87EA-4421F10D845E}" type="presParOf" srcId="{C105384A-17FC-47B2-9526-5CB146CEBB3C}" destId="{6832F873-3A3B-4627-A2C7-494D849B5E04}" srcOrd="1" destOrd="0" presId="urn:microsoft.com/office/officeart/2005/8/layout/hierarchy1"/>
    <dgm:cxn modelId="{FF755EFE-68A4-48CC-AC31-AF6C16045C2E}" type="presParOf" srcId="{AD21046E-C618-43C6-8639-8A47082319BB}" destId="{01E0DD41-9E08-4D5A-BCCC-33A5D05D11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E1B4E5-92AA-4772-A118-E859078A112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E94F46-6F84-4DE6-893C-C6E537375892}">
      <dgm:prSet/>
      <dgm:spPr/>
      <dgm:t>
        <a:bodyPr/>
        <a:lstStyle/>
        <a:p>
          <a:r>
            <a:rPr lang="hr-HR"/>
            <a:t>Postavljeni od strane vanjske domene</a:t>
          </a:r>
          <a:endParaRPr lang="en-US"/>
        </a:p>
      </dgm:t>
    </dgm:pt>
    <dgm:pt modelId="{86F00D4B-0840-4A74-95C5-C7C8EB87E83B}" type="parTrans" cxnId="{FEB00916-4B8F-423C-8B69-46C4091BA114}">
      <dgm:prSet/>
      <dgm:spPr/>
      <dgm:t>
        <a:bodyPr/>
        <a:lstStyle/>
        <a:p>
          <a:endParaRPr lang="en-US"/>
        </a:p>
      </dgm:t>
    </dgm:pt>
    <dgm:pt modelId="{AA35A945-FA03-49BC-B1F0-77158A8111BB}" type="sibTrans" cxnId="{FEB00916-4B8F-423C-8B69-46C4091BA114}">
      <dgm:prSet/>
      <dgm:spPr/>
      <dgm:t>
        <a:bodyPr/>
        <a:lstStyle/>
        <a:p>
          <a:endParaRPr lang="en-US"/>
        </a:p>
      </dgm:t>
    </dgm:pt>
    <dgm:pt modelId="{FA4AE214-C990-4C22-A4C2-8ACECA77B9B7}">
      <dgm:prSet/>
      <dgm:spPr/>
      <dgm:t>
        <a:bodyPr/>
        <a:lstStyle/>
        <a:p>
          <a:r>
            <a:rPr lang="hr-HR"/>
            <a:t>Služe za: ciljano oglašavanje, analitiku i praćenje korisnika, sinkronizaciju identiteta korisnika</a:t>
          </a:r>
          <a:endParaRPr lang="en-US"/>
        </a:p>
      </dgm:t>
    </dgm:pt>
    <dgm:pt modelId="{71041D81-1E55-49F2-B175-0DD5C1FE3A54}" type="parTrans" cxnId="{A7D955F4-95AB-4FA2-B674-1B452CC28F64}">
      <dgm:prSet/>
      <dgm:spPr/>
      <dgm:t>
        <a:bodyPr/>
        <a:lstStyle/>
        <a:p>
          <a:endParaRPr lang="en-US"/>
        </a:p>
      </dgm:t>
    </dgm:pt>
    <dgm:pt modelId="{500D9B36-3228-4FFF-A525-6D08CB7E505E}" type="sibTrans" cxnId="{A7D955F4-95AB-4FA2-B674-1B452CC28F64}">
      <dgm:prSet/>
      <dgm:spPr/>
      <dgm:t>
        <a:bodyPr/>
        <a:lstStyle/>
        <a:p>
          <a:endParaRPr lang="en-US"/>
        </a:p>
      </dgm:t>
    </dgm:pt>
    <dgm:pt modelId="{4A0705B9-0D3A-43C9-8350-A136562BBCFA}">
      <dgm:prSet/>
      <dgm:spPr/>
      <dgm:t>
        <a:bodyPr/>
        <a:lstStyle/>
        <a:p>
          <a:r>
            <a:rPr lang="hr-HR"/>
            <a:t>Praćenje korisnika s više web stranica </a:t>
          </a:r>
          <a:endParaRPr lang="en-US"/>
        </a:p>
      </dgm:t>
    </dgm:pt>
    <dgm:pt modelId="{56B9F215-968C-44C6-BBF8-D670B45DCCB7}" type="parTrans" cxnId="{558D8CE5-EC8B-4873-A42E-2D158EEF9DA7}">
      <dgm:prSet/>
      <dgm:spPr/>
      <dgm:t>
        <a:bodyPr/>
        <a:lstStyle/>
        <a:p>
          <a:endParaRPr lang="en-US"/>
        </a:p>
      </dgm:t>
    </dgm:pt>
    <dgm:pt modelId="{DDFEEB14-F326-47A8-AD6E-DD2F47702D76}" type="sibTrans" cxnId="{558D8CE5-EC8B-4873-A42E-2D158EEF9DA7}">
      <dgm:prSet/>
      <dgm:spPr/>
      <dgm:t>
        <a:bodyPr/>
        <a:lstStyle/>
        <a:p>
          <a:endParaRPr lang="en-US"/>
        </a:p>
      </dgm:t>
    </dgm:pt>
    <dgm:pt modelId="{5AB6A4E7-DEBC-4A08-AB21-AAE61104F59B}">
      <dgm:prSet/>
      <dgm:spPr/>
      <dgm:t>
        <a:bodyPr/>
        <a:lstStyle/>
        <a:p>
          <a:r>
            <a:rPr lang="hr-HR"/>
            <a:t>Predstavljaju glavni izvor zabrinutosti u pogledu privatnosti.</a:t>
          </a:r>
          <a:endParaRPr lang="en-US"/>
        </a:p>
      </dgm:t>
    </dgm:pt>
    <dgm:pt modelId="{91B129D5-387F-4164-8256-AF224A94F90B}" type="parTrans" cxnId="{2EB0453A-A5E1-4FAE-9E9F-5BDDC8ECF935}">
      <dgm:prSet/>
      <dgm:spPr/>
      <dgm:t>
        <a:bodyPr/>
        <a:lstStyle/>
        <a:p>
          <a:endParaRPr lang="en-US"/>
        </a:p>
      </dgm:t>
    </dgm:pt>
    <dgm:pt modelId="{3234AE0D-88F5-4889-A19B-2052446FE316}" type="sibTrans" cxnId="{2EB0453A-A5E1-4FAE-9E9F-5BDDC8ECF935}">
      <dgm:prSet/>
      <dgm:spPr/>
      <dgm:t>
        <a:bodyPr/>
        <a:lstStyle/>
        <a:p>
          <a:endParaRPr lang="en-US"/>
        </a:p>
      </dgm:t>
    </dgm:pt>
    <dgm:pt modelId="{A1B3F240-4A8A-477A-BF35-A6612825D134}" type="pres">
      <dgm:prSet presAssocID="{EFE1B4E5-92AA-4772-A118-E859078A11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77BEEB-7478-4FD2-9B9B-625817769100}" type="pres">
      <dgm:prSet presAssocID="{99E94F46-6F84-4DE6-893C-C6E537375892}" presName="hierRoot1" presStyleCnt="0"/>
      <dgm:spPr/>
    </dgm:pt>
    <dgm:pt modelId="{7CAE272D-80DE-4E8B-86FD-A47C7CC46267}" type="pres">
      <dgm:prSet presAssocID="{99E94F46-6F84-4DE6-893C-C6E537375892}" presName="composite" presStyleCnt="0"/>
      <dgm:spPr/>
    </dgm:pt>
    <dgm:pt modelId="{E74F2031-DB88-41AB-AAE1-1F11E0E11E6E}" type="pres">
      <dgm:prSet presAssocID="{99E94F46-6F84-4DE6-893C-C6E537375892}" presName="background" presStyleLbl="node0" presStyleIdx="0" presStyleCnt="4"/>
      <dgm:spPr/>
    </dgm:pt>
    <dgm:pt modelId="{48CA888D-2176-4410-8E33-8119BB05A110}" type="pres">
      <dgm:prSet presAssocID="{99E94F46-6F84-4DE6-893C-C6E537375892}" presName="text" presStyleLbl="fgAcc0" presStyleIdx="0" presStyleCnt="4">
        <dgm:presLayoutVars>
          <dgm:chPref val="3"/>
        </dgm:presLayoutVars>
      </dgm:prSet>
      <dgm:spPr/>
    </dgm:pt>
    <dgm:pt modelId="{3077C129-C04D-4207-A619-10C289E531BB}" type="pres">
      <dgm:prSet presAssocID="{99E94F46-6F84-4DE6-893C-C6E537375892}" presName="hierChild2" presStyleCnt="0"/>
      <dgm:spPr/>
    </dgm:pt>
    <dgm:pt modelId="{BFD37548-C7CC-47B6-B2D0-39115297B057}" type="pres">
      <dgm:prSet presAssocID="{FA4AE214-C990-4C22-A4C2-8ACECA77B9B7}" presName="hierRoot1" presStyleCnt="0"/>
      <dgm:spPr/>
    </dgm:pt>
    <dgm:pt modelId="{340D0101-DF29-431F-A159-CFF7F446C085}" type="pres">
      <dgm:prSet presAssocID="{FA4AE214-C990-4C22-A4C2-8ACECA77B9B7}" presName="composite" presStyleCnt="0"/>
      <dgm:spPr/>
    </dgm:pt>
    <dgm:pt modelId="{35253626-8DED-48B1-9BC8-0D5873D6A0B1}" type="pres">
      <dgm:prSet presAssocID="{FA4AE214-C990-4C22-A4C2-8ACECA77B9B7}" presName="background" presStyleLbl="node0" presStyleIdx="1" presStyleCnt="4"/>
      <dgm:spPr/>
    </dgm:pt>
    <dgm:pt modelId="{06A6F995-2A10-4175-8F75-1149DC482D9F}" type="pres">
      <dgm:prSet presAssocID="{FA4AE214-C990-4C22-A4C2-8ACECA77B9B7}" presName="text" presStyleLbl="fgAcc0" presStyleIdx="1" presStyleCnt="4">
        <dgm:presLayoutVars>
          <dgm:chPref val="3"/>
        </dgm:presLayoutVars>
      </dgm:prSet>
      <dgm:spPr/>
    </dgm:pt>
    <dgm:pt modelId="{60446122-AA36-4E8B-828C-3E653D2039D3}" type="pres">
      <dgm:prSet presAssocID="{FA4AE214-C990-4C22-A4C2-8ACECA77B9B7}" presName="hierChild2" presStyleCnt="0"/>
      <dgm:spPr/>
    </dgm:pt>
    <dgm:pt modelId="{A4B1299A-D2D3-426D-B252-DEAE86AEA646}" type="pres">
      <dgm:prSet presAssocID="{4A0705B9-0D3A-43C9-8350-A136562BBCFA}" presName="hierRoot1" presStyleCnt="0"/>
      <dgm:spPr/>
    </dgm:pt>
    <dgm:pt modelId="{EC7147D3-C536-494F-94B3-DDE768616EA3}" type="pres">
      <dgm:prSet presAssocID="{4A0705B9-0D3A-43C9-8350-A136562BBCFA}" presName="composite" presStyleCnt="0"/>
      <dgm:spPr/>
    </dgm:pt>
    <dgm:pt modelId="{AEC1ECCE-C930-4755-918A-F043B22935F6}" type="pres">
      <dgm:prSet presAssocID="{4A0705B9-0D3A-43C9-8350-A136562BBCFA}" presName="background" presStyleLbl="node0" presStyleIdx="2" presStyleCnt="4"/>
      <dgm:spPr/>
    </dgm:pt>
    <dgm:pt modelId="{1B67A5EA-7AB5-419F-B16C-05D98AF3F83A}" type="pres">
      <dgm:prSet presAssocID="{4A0705B9-0D3A-43C9-8350-A136562BBCFA}" presName="text" presStyleLbl="fgAcc0" presStyleIdx="2" presStyleCnt="4">
        <dgm:presLayoutVars>
          <dgm:chPref val="3"/>
        </dgm:presLayoutVars>
      </dgm:prSet>
      <dgm:spPr/>
    </dgm:pt>
    <dgm:pt modelId="{7AB59D8E-F9AB-450E-90ED-217367EC2326}" type="pres">
      <dgm:prSet presAssocID="{4A0705B9-0D3A-43C9-8350-A136562BBCFA}" presName="hierChild2" presStyleCnt="0"/>
      <dgm:spPr/>
    </dgm:pt>
    <dgm:pt modelId="{77E59BEE-0664-4E4D-B525-1F40345BEEEB}" type="pres">
      <dgm:prSet presAssocID="{5AB6A4E7-DEBC-4A08-AB21-AAE61104F59B}" presName="hierRoot1" presStyleCnt="0"/>
      <dgm:spPr/>
    </dgm:pt>
    <dgm:pt modelId="{CED3A238-391F-4D3E-A938-4330072A399B}" type="pres">
      <dgm:prSet presAssocID="{5AB6A4E7-DEBC-4A08-AB21-AAE61104F59B}" presName="composite" presStyleCnt="0"/>
      <dgm:spPr/>
    </dgm:pt>
    <dgm:pt modelId="{42A13AEF-DD87-496D-91BF-90DF63750DED}" type="pres">
      <dgm:prSet presAssocID="{5AB6A4E7-DEBC-4A08-AB21-AAE61104F59B}" presName="background" presStyleLbl="node0" presStyleIdx="3" presStyleCnt="4"/>
      <dgm:spPr/>
    </dgm:pt>
    <dgm:pt modelId="{A96F40EC-9FB4-4DDB-BCD0-712454804215}" type="pres">
      <dgm:prSet presAssocID="{5AB6A4E7-DEBC-4A08-AB21-AAE61104F59B}" presName="text" presStyleLbl="fgAcc0" presStyleIdx="3" presStyleCnt="4">
        <dgm:presLayoutVars>
          <dgm:chPref val="3"/>
        </dgm:presLayoutVars>
      </dgm:prSet>
      <dgm:spPr/>
    </dgm:pt>
    <dgm:pt modelId="{DDF16B20-3344-4957-8657-771F54382D88}" type="pres">
      <dgm:prSet presAssocID="{5AB6A4E7-DEBC-4A08-AB21-AAE61104F59B}" presName="hierChild2" presStyleCnt="0"/>
      <dgm:spPr/>
    </dgm:pt>
  </dgm:ptLst>
  <dgm:cxnLst>
    <dgm:cxn modelId="{FEB00916-4B8F-423C-8B69-46C4091BA114}" srcId="{EFE1B4E5-92AA-4772-A118-E859078A1125}" destId="{99E94F46-6F84-4DE6-893C-C6E537375892}" srcOrd="0" destOrd="0" parTransId="{86F00D4B-0840-4A74-95C5-C7C8EB87E83B}" sibTransId="{AA35A945-FA03-49BC-B1F0-77158A8111BB}"/>
    <dgm:cxn modelId="{2EB0453A-A5E1-4FAE-9E9F-5BDDC8ECF935}" srcId="{EFE1B4E5-92AA-4772-A118-E859078A1125}" destId="{5AB6A4E7-DEBC-4A08-AB21-AAE61104F59B}" srcOrd="3" destOrd="0" parTransId="{91B129D5-387F-4164-8256-AF224A94F90B}" sibTransId="{3234AE0D-88F5-4889-A19B-2052446FE316}"/>
    <dgm:cxn modelId="{FC300843-021D-4C68-AAA4-A641CB61BACA}" type="presOf" srcId="{FA4AE214-C990-4C22-A4C2-8ACECA77B9B7}" destId="{06A6F995-2A10-4175-8F75-1149DC482D9F}" srcOrd="0" destOrd="0" presId="urn:microsoft.com/office/officeart/2005/8/layout/hierarchy1"/>
    <dgm:cxn modelId="{EDC34F6F-FC5A-4899-8765-FA16A8FE2379}" type="presOf" srcId="{EFE1B4E5-92AA-4772-A118-E859078A1125}" destId="{A1B3F240-4A8A-477A-BF35-A6612825D134}" srcOrd="0" destOrd="0" presId="urn:microsoft.com/office/officeart/2005/8/layout/hierarchy1"/>
    <dgm:cxn modelId="{0C4AE975-6FE5-4247-9374-BB4DA7E1B71B}" type="presOf" srcId="{4A0705B9-0D3A-43C9-8350-A136562BBCFA}" destId="{1B67A5EA-7AB5-419F-B16C-05D98AF3F83A}" srcOrd="0" destOrd="0" presId="urn:microsoft.com/office/officeart/2005/8/layout/hierarchy1"/>
    <dgm:cxn modelId="{8F0CF2DF-954C-42B1-859E-F460879E2C9B}" type="presOf" srcId="{99E94F46-6F84-4DE6-893C-C6E537375892}" destId="{48CA888D-2176-4410-8E33-8119BB05A110}" srcOrd="0" destOrd="0" presId="urn:microsoft.com/office/officeart/2005/8/layout/hierarchy1"/>
    <dgm:cxn modelId="{558D8CE5-EC8B-4873-A42E-2D158EEF9DA7}" srcId="{EFE1B4E5-92AA-4772-A118-E859078A1125}" destId="{4A0705B9-0D3A-43C9-8350-A136562BBCFA}" srcOrd="2" destOrd="0" parTransId="{56B9F215-968C-44C6-BBF8-D670B45DCCB7}" sibTransId="{DDFEEB14-F326-47A8-AD6E-DD2F47702D76}"/>
    <dgm:cxn modelId="{A7D955F4-95AB-4FA2-B674-1B452CC28F64}" srcId="{EFE1B4E5-92AA-4772-A118-E859078A1125}" destId="{FA4AE214-C990-4C22-A4C2-8ACECA77B9B7}" srcOrd="1" destOrd="0" parTransId="{71041D81-1E55-49F2-B175-0DD5C1FE3A54}" sibTransId="{500D9B36-3228-4FFF-A525-6D08CB7E505E}"/>
    <dgm:cxn modelId="{91E98EF9-BE97-4940-BC35-756BFDC4BCA3}" type="presOf" srcId="{5AB6A4E7-DEBC-4A08-AB21-AAE61104F59B}" destId="{A96F40EC-9FB4-4DDB-BCD0-712454804215}" srcOrd="0" destOrd="0" presId="urn:microsoft.com/office/officeart/2005/8/layout/hierarchy1"/>
    <dgm:cxn modelId="{2F8D1BB8-6AAD-4D8C-AAE8-BA568A170D4A}" type="presParOf" srcId="{A1B3F240-4A8A-477A-BF35-A6612825D134}" destId="{0B77BEEB-7478-4FD2-9B9B-625817769100}" srcOrd="0" destOrd="0" presId="urn:microsoft.com/office/officeart/2005/8/layout/hierarchy1"/>
    <dgm:cxn modelId="{F16B44B0-0D50-4F38-8BF8-8922EA9EAE69}" type="presParOf" srcId="{0B77BEEB-7478-4FD2-9B9B-625817769100}" destId="{7CAE272D-80DE-4E8B-86FD-A47C7CC46267}" srcOrd="0" destOrd="0" presId="urn:microsoft.com/office/officeart/2005/8/layout/hierarchy1"/>
    <dgm:cxn modelId="{C8F0CDD4-275E-45C6-8FBA-BB4FC2148A4F}" type="presParOf" srcId="{7CAE272D-80DE-4E8B-86FD-A47C7CC46267}" destId="{E74F2031-DB88-41AB-AAE1-1F11E0E11E6E}" srcOrd="0" destOrd="0" presId="urn:microsoft.com/office/officeart/2005/8/layout/hierarchy1"/>
    <dgm:cxn modelId="{E269E320-DE15-4694-A327-452223FF98A6}" type="presParOf" srcId="{7CAE272D-80DE-4E8B-86FD-A47C7CC46267}" destId="{48CA888D-2176-4410-8E33-8119BB05A110}" srcOrd="1" destOrd="0" presId="urn:microsoft.com/office/officeart/2005/8/layout/hierarchy1"/>
    <dgm:cxn modelId="{4A49A8E3-7628-4C47-985E-5BA6E59CABE0}" type="presParOf" srcId="{0B77BEEB-7478-4FD2-9B9B-625817769100}" destId="{3077C129-C04D-4207-A619-10C289E531BB}" srcOrd="1" destOrd="0" presId="urn:microsoft.com/office/officeart/2005/8/layout/hierarchy1"/>
    <dgm:cxn modelId="{F90E4114-3A5C-4832-80B2-F384CA652D56}" type="presParOf" srcId="{A1B3F240-4A8A-477A-BF35-A6612825D134}" destId="{BFD37548-C7CC-47B6-B2D0-39115297B057}" srcOrd="1" destOrd="0" presId="urn:microsoft.com/office/officeart/2005/8/layout/hierarchy1"/>
    <dgm:cxn modelId="{1A7BA3F7-A358-4DF0-B0E1-D63616129113}" type="presParOf" srcId="{BFD37548-C7CC-47B6-B2D0-39115297B057}" destId="{340D0101-DF29-431F-A159-CFF7F446C085}" srcOrd="0" destOrd="0" presId="urn:microsoft.com/office/officeart/2005/8/layout/hierarchy1"/>
    <dgm:cxn modelId="{F5467025-E461-49A4-B8AE-BA32FEE16130}" type="presParOf" srcId="{340D0101-DF29-431F-A159-CFF7F446C085}" destId="{35253626-8DED-48B1-9BC8-0D5873D6A0B1}" srcOrd="0" destOrd="0" presId="urn:microsoft.com/office/officeart/2005/8/layout/hierarchy1"/>
    <dgm:cxn modelId="{66A9E125-5EBE-423B-842F-CBA80D8846A2}" type="presParOf" srcId="{340D0101-DF29-431F-A159-CFF7F446C085}" destId="{06A6F995-2A10-4175-8F75-1149DC482D9F}" srcOrd="1" destOrd="0" presId="urn:microsoft.com/office/officeart/2005/8/layout/hierarchy1"/>
    <dgm:cxn modelId="{07084564-DB36-4C4E-BC22-4FD72F61A441}" type="presParOf" srcId="{BFD37548-C7CC-47B6-B2D0-39115297B057}" destId="{60446122-AA36-4E8B-828C-3E653D2039D3}" srcOrd="1" destOrd="0" presId="urn:microsoft.com/office/officeart/2005/8/layout/hierarchy1"/>
    <dgm:cxn modelId="{B28E0E76-1B41-489D-BA69-AC900FCB7AB8}" type="presParOf" srcId="{A1B3F240-4A8A-477A-BF35-A6612825D134}" destId="{A4B1299A-D2D3-426D-B252-DEAE86AEA646}" srcOrd="2" destOrd="0" presId="urn:microsoft.com/office/officeart/2005/8/layout/hierarchy1"/>
    <dgm:cxn modelId="{94762EE9-19FC-46F5-A792-25C7B46072D8}" type="presParOf" srcId="{A4B1299A-D2D3-426D-B252-DEAE86AEA646}" destId="{EC7147D3-C536-494F-94B3-DDE768616EA3}" srcOrd="0" destOrd="0" presId="urn:microsoft.com/office/officeart/2005/8/layout/hierarchy1"/>
    <dgm:cxn modelId="{9B2A4207-511E-458B-BC69-5413E85AF8BB}" type="presParOf" srcId="{EC7147D3-C536-494F-94B3-DDE768616EA3}" destId="{AEC1ECCE-C930-4755-918A-F043B22935F6}" srcOrd="0" destOrd="0" presId="urn:microsoft.com/office/officeart/2005/8/layout/hierarchy1"/>
    <dgm:cxn modelId="{34360B77-C725-43C1-9214-03AB1ED6D727}" type="presParOf" srcId="{EC7147D3-C536-494F-94B3-DDE768616EA3}" destId="{1B67A5EA-7AB5-419F-B16C-05D98AF3F83A}" srcOrd="1" destOrd="0" presId="urn:microsoft.com/office/officeart/2005/8/layout/hierarchy1"/>
    <dgm:cxn modelId="{546788BC-7196-4708-BC14-A024D1E9F569}" type="presParOf" srcId="{A4B1299A-D2D3-426D-B252-DEAE86AEA646}" destId="{7AB59D8E-F9AB-450E-90ED-217367EC2326}" srcOrd="1" destOrd="0" presId="urn:microsoft.com/office/officeart/2005/8/layout/hierarchy1"/>
    <dgm:cxn modelId="{98C20195-14DE-4F11-AE1E-CB901A5D6273}" type="presParOf" srcId="{A1B3F240-4A8A-477A-BF35-A6612825D134}" destId="{77E59BEE-0664-4E4D-B525-1F40345BEEEB}" srcOrd="3" destOrd="0" presId="urn:microsoft.com/office/officeart/2005/8/layout/hierarchy1"/>
    <dgm:cxn modelId="{65206A9E-2591-4C64-A0A9-0EAF3C2068EF}" type="presParOf" srcId="{77E59BEE-0664-4E4D-B525-1F40345BEEEB}" destId="{CED3A238-391F-4D3E-A938-4330072A399B}" srcOrd="0" destOrd="0" presId="urn:microsoft.com/office/officeart/2005/8/layout/hierarchy1"/>
    <dgm:cxn modelId="{2EFB1019-46B2-40D1-A9AE-EF7C7C8540BA}" type="presParOf" srcId="{CED3A238-391F-4D3E-A938-4330072A399B}" destId="{42A13AEF-DD87-496D-91BF-90DF63750DED}" srcOrd="0" destOrd="0" presId="urn:microsoft.com/office/officeart/2005/8/layout/hierarchy1"/>
    <dgm:cxn modelId="{3E99AB59-6621-44AF-B029-24EB22AA5C3E}" type="presParOf" srcId="{CED3A238-391F-4D3E-A938-4330072A399B}" destId="{A96F40EC-9FB4-4DDB-BCD0-712454804215}" srcOrd="1" destOrd="0" presId="urn:microsoft.com/office/officeart/2005/8/layout/hierarchy1"/>
    <dgm:cxn modelId="{E6A88AB5-0639-4B0C-B938-CD4983E9A3C6}" type="presParOf" srcId="{77E59BEE-0664-4E4D-B525-1F40345BEEEB}" destId="{DDF16B20-3344-4957-8657-771F54382D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2CAD1A-80D8-42FE-A948-D5975DFA9D5A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CFBCC9-27E3-412A-8B26-80602E01CC50}">
      <dgm:prSet/>
      <dgm:spPr/>
      <dgm:t>
        <a:bodyPr/>
        <a:lstStyle/>
        <a:p>
          <a:r>
            <a:rPr lang="hr-HR"/>
            <a:t>Prikupljeni podaci mogu otkriti identitet, navike i interese korisnika.</a:t>
          </a:r>
          <a:endParaRPr lang="en-US"/>
        </a:p>
      </dgm:t>
    </dgm:pt>
    <dgm:pt modelId="{3E55D9C3-3E38-4853-9373-451E1F50902B}" type="parTrans" cxnId="{9F693DD1-71C4-4EB6-960A-66B8801AAEF3}">
      <dgm:prSet/>
      <dgm:spPr/>
      <dgm:t>
        <a:bodyPr/>
        <a:lstStyle/>
        <a:p>
          <a:endParaRPr lang="en-US"/>
        </a:p>
      </dgm:t>
    </dgm:pt>
    <dgm:pt modelId="{EDD28D84-44C4-45D0-8F47-292CDFBF5A8C}" type="sibTrans" cxnId="{9F693DD1-71C4-4EB6-960A-66B8801AAEF3}">
      <dgm:prSet/>
      <dgm:spPr/>
      <dgm:t>
        <a:bodyPr/>
        <a:lstStyle/>
        <a:p>
          <a:endParaRPr lang="en-US"/>
        </a:p>
      </dgm:t>
    </dgm:pt>
    <dgm:pt modelId="{C54D558D-1F8B-4EBD-86E1-AC8749D9BB00}">
      <dgm:prSet/>
      <dgm:spPr/>
      <dgm:t>
        <a:bodyPr/>
        <a:lstStyle/>
        <a:p>
          <a:r>
            <a:rPr lang="hr-HR"/>
            <a:t>Omogućuju profiliranje korisnika i stvaranje detaljnih psiholoških i potrošačkih profila.</a:t>
          </a:r>
          <a:endParaRPr lang="en-US"/>
        </a:p>
      </dgm:t>
    </dgm:pt>
    <dgm:pt modelId="{1F759BB3-C72A-40AB-B000-8690C2491F9E}" type="parTrans" cxnId="{851F59E7-EAE7-4A9C-932C-EFDE33AABD25}">
      <dgm:prSet/>
      <dgm:spPr/>
      <dgm:t>
        <a:bodyPr/>
        <a:lstStyle/>
        <a:p>
          <a:endParaRPr lang="en-US"/>
        </a:p>
      </dgm:t>
    </dgm:pt>
    <dgm:pt modelId="{905B336E-3D19-4BFB-8066-504FF0A80F14}" type="sibTrans" cxnId="{851F59E7-EAE7-4A9C-932C-EFDE33AABD25}">
      <dgm:prSet/>
      <dgm:spPr/>
      <dgm:t>
        <a:bodyPr/>
        <a:lstStyle/>
        <a:p>
          <a:endParaRPr lang="en-US"/>
        </a:p>
      </dgm:t>
    </dgm:pt>
    <dgm:pt modelId="{8D369A26-49E9-4D7D-BD3B-62158FE80676}">
      <dgm:prSet/>
      <dgm:spPr/>
      <dgm:t>
        <a:bodyPr/>
        <a:lstStyle/>
        <a:p>
          <a:r>
            <a:rPr lang="hr-HR"/>
            <a:t>Podaci se mogu zloupotrijebiti za manipulaciju ponašanjem ili kršenje GDPR-a.</a:t>
          </a:r>
          <a:endParaRPr lang="en-US"/>
        </a:p>
      </dgm:t>
    </dgm:pt>
    <dgm:pt modelId="{B5CAB95E-EE23-4373-B4A1-1E36020D3EC5}" type="parTrans" cxnId="{4C69DD48-6EC3-4E0C-90D7-C04F6A30F002}">
      <dgm:prSet/>
      <dgm:spPr/>
      <dgm:t>
        <a:bodyPr/>
        <a:lstStyle/>
        <a:p>
          <a:endParaRPr lang="en-US"/>
        </a:p>
      </dgm:t>
    </dgm:pt>
    <dgm:pt modelId="{542D94D5-7461-4DDB-9993-6AB855C66772}" type="sibTrans" cxnId="{4C69DD48-6EC3-4E0C-90D7-C04F6A30F002}">
      <dgm:prSet/>
      <dgm:spPr/>
      <dgm:t>
        <a:bodyPr/>
        <a:lstStyle/>
        <a:p>
          <a:endParaRPr lang="en-US"/>
        </a:p>
      </dgm:t>
    </dgm:pt>
    <dgm:pt modelId="{891536CC-E9FE-4414-85C3-D59E352D282A}">
      <dgm:prSet/>
      <dgm:spPr/>
      <dgm:t>
        <a:bodyPr/>
        <a:lstStyle/>
        <a:p>
          <a:r>
            <a:rPr lang="hr-HR"/>
            <a:t>Većina korisnika nije svjesna opsega i načina praćenja na webu.</a:t>
          </a:r>
          <a:endParaRPr lang="en-US"/>
        </a:p>
      </dgm:t>
    </dgm:pt>
    <dgm:pt modelId="{6ACA67DA-DF32-4F67-96BB-51B0C803CC84}" type="parTrans" cxnId="{55C58003-F028-4508-B4A5-E7E5199B66FB}">
      <dgm:prSet/>
      <dgm:spPr/>
      <dgm:t>
        <a:bodyPr/>
        <a:lstStyle/>
        <a:p>
          <a:endParaRPr lang="en-US"/>
        </a:p>
      </dgm:t>
    </dgm:pt>
    <dgm:pt modelId="{F8C9797B-D117-4690-B14B-9E99076B738F}" type="sibTrans" cxnId="{55C58003-F028-4508-B4A5-E7E5199B66FB}">
      <dgm:prSet/>
      <dgm:spPr/>
      <dgm:t>
        <a:bodyPr/>
        <a:lstStyle/>
        <a:p>
          <a:endParaRPr lang="en-US"/>
        </a:p>
      </dgm:t>
    </dgm:pt>
    <dgm:pt modelId="{963A5757-8B27-4539-9EF6-973A71E570A7}">
      <dgm:prSet/>
      <dgm:spPr/>
      <dgm:t>
        <a:bodyPr/>
        <a:lstStyle/>
        <a:p>
          <a:r>
            <a:rPr lang="hr-HR"/>
            <a:t>Praćenje se često koristi za prediktivnu analitiku i ciljano oglašavanje, čime se dodatno narušava privatnost.</a:t>
          </a:r>
          <a:endParaRPr lang="en-US"/>
        </a:p>
      </dgm:t>
    </dgm:pt>
    <dgm:pt modelId="{1DFFE6FF-FAD2-45BB-B59C-CE4BA0209C54}" type="parTrans" cxnId="{B8FEB8E9-CBF5-4492-B1F8-ABC23AEBBE27}">
      <dgm:prSet/>
      <dgm:spPr/>
      <dgm:t>
        <a:bodyPr/>
        <a:lstStyle/>
        <a:p>
          <a:endParaRPr lang="en-US"/>
        </a:p>
      </dgm:t>
    </dgm:pt>
    <dgm:pt modelId="{E677AED1-B5A7-4348-BCB5-E3937C26567E}" type="sibTrans" cxnId="{B8FEB8E9-CBF5-4492-B1F8-ABC23AEBBE27}">
      <dgm:prSet/>
      <dgm:spPr/>
      <dgm:t>
        <a:bodyPr/>
        <a:lstStyle/>
        <a:p>
          <a:endParaRPr lang="en-US"/>
        </a:p>
      </dgm:t>
    </dgm:pt>
    <dgm:pt modelId="{BE037C89-AE38-489C-9E76-C17B4F17F6AB}" type="pres">
      <dgm:prSet presAssocID="{7D2CAD1A-80D8-42FE-A948-D5975DFA9D5A}" presName="outerComposite" presStyleCnt="0">
        <dgm:presLayoutVars>
          <dgm:chMax val="5"/>
          <dgm:dir/>
          <dgm:resizeHandles val="exact"/>
        </dgm:presLayoutVars>
      </dgm:prSet>
      <dgm:spPr/>
    </dgm:pt>
    <dgm:pt modelId="{038AB6CF-1156-4858-B566-9A03AD85F3DB}" type="pres">
      <dgm:prSet presAssocID="{7D2CAD1A-80D8-42FE-A948-D5975DFA9D5A}" presName="dummyMaxCanvas" presStyleCnt="0">
        <dgm:presLayoutVars/>
      </dgm:prSet>
      <dgm:spPr/>
    </dgm:pt>
    <dgm:pt modelId="{D90099B6-58EC-4200-9465-3368639D966F}" type="pres">
      <dgm:prSet presAssocID="{7D2CAD1A-80D8-42FE-A948-D5975DFA9D5A}" presName="FiveNodes_1" presStyleLbl="node1" presStyleIdx="0" presStyleCnt="5">
        <dgm:presLayoutVars>
          <dgm:bulletEnabled val="1"/>
        </dgm:presLayoutVars>
      </dgm:prSet>
      <dgm:spPr/>
    </dgm:pt>
    <dgm:pt modelId="{6AEDA642-E915-4AF9-9431-4D328EEF544E}" type="pres">
      <dgm:prSet presAssocID="{7D2CAD1A-80D8-42FE-A948-D5975DFA9D5A}" presName="FiveNodes_2" presStyleLbl="node1" presStyleIdx="1" presStyleCnt="5">
        <dgm:presLayoutVars>
          <dgm:bulletEnabled val="1"/>
        </dgm:presLayoutVars>
      </dgm:prSet>
      <dgm:spPr/>
    </dgm:pt>
    <dgm:pt modelId="{58C4A423-7135-48BD-B410-D59F2DA71CC9}" type="pres">
      <dgm:prSet presAssocID="{7D2CAD1A-80D8-42FE-A948-D5975DFA9D5A}" presName="FiveNodes_3" presStyleLbl="node1" presStyleIdx="2" presStyleCnt="5">
        <dgm:presLayoutVars>
          <dgm:bulletEnabled val="1"/>
        </dgm:presLayoutVars>
      </dgm:prSet>
      <dgm:spPr/>
    </dgm:pt>
    <dgm:pt modelId="{DADE597A-A0F1-47CF-926B-D4631A12F6E0}" type="pres">
      <dgm:prSet presAssocID="{7D2CAD1A-80D8-42FE-A948-D5975DFA9D5A}" presName="FiveNodes_4" presStyleLbl="node1" presStyleIdx="3" presStyleCnt="5">
        <dgm:presLayoutVars>
          <dgm:bulletEnabled val="1"/>
        </dgm:presLayoutVars>
      </dgm:prSet>
      <dgm:spPr/>
    </dgm:pt>
    <dgm:pt modelId="{B91E9F9D-A31F-482F-8442-726A140E0D44}" type="pres">
      <dgm:prSet presAssocID="{7D2CAD1A-80D8-42FE-A948-D5975DFA9D5A}" presName="FiveNodes_5" presStyleLbl="node1" presStyleIdx="4" presStyleCnt="5">
        <dgm:presLayoutVars>
          <dgm:bulletEnabled val="1"/>
        </dgm:presLayoutVars>
      </dgm:prSet>
      <dgm:spPr/>
    </dgm:pt>
    <dgm:pt modelId="{769CE32B-9A7E-4CBC-BCD0-C8281211DEF5}" type="pres">
      <dgm:prSet presAssocID="{7D2CAD1A-80D8-42FE-A948-D5975DFA9D5A}" presName="FiveConn_1-2" presStyleLbl="fgAccFollowNode1" presStyleIdx="0" presStyleCnt="4">
        <dgm:presLayoutVars>
          <dgm:bulletEnabled val="1"/>
        </dgm:presLayoutVars>
      </dgm:prSet>
      <dgm:spPr/>
    </dgm:pt>
    <dgm:pt modelId="{3AC0F819-9E9C-4AA0-B256-2D9BA490182A}" type="pres">
      <dgm:prSet presAssocID="{7D2CAD1A-80D8-42FE-A948-D5975DFA9D5A}" presName="FiveConn_2-3" presStyleLbl="fgAccFollowNode1" presStyleIdx="1" presStyleCnt="4">
        <dgm:presLayoutVars>
          <dgm:bulletEnabled val="1"/>
        </dgm:presLayoutVars>
      </dgm:prSet>
      <dgm:spPr/>
    </dgm:pt>
    <dgm:pt modelId="{68362911-C997-4971-8178-CE9627ACD9E1}" type="pres">
      <dgm:prSet presAssocID="{7D2CAD1A-80D8-42FE-A948-D5975DFA9D5A}" presName="FiveConn_3-4" presStyleLbl="fgAccFollowNode1" presStyleIdx="2" presStyleCnt="4">
        <dgm:presLayoutVars>
          <dgm:bulletEnabled val="1"/>
        </dgm:presLayoutVars>
      </dgm:prSet>
      <dgm:spPr/>
    </dgm:pt>
    <dgm:pt modelId="{21D4E51A-1D48-493A-966D-3EDC35E22990}" type="pres">
      <dgm:prSet presAssocID="{7D2CAD1A-80D8-42FE-A948-D5975DFA9D5A}" presName="FiveConn_4-5" presStyleLbl="fgAccFollowNode1" presStyleIdx="3" presStyleCnt="4">
        <dgm:presLayoutVars>
          <dgm:bulletEnabled val="1"/>
        </dgm:presLayoutVars>
      </dgm:prSet>
      <dgm:spPr/>
    </dgm:pt>
    <dgm:pt modelId="{81E7220B-7F27-430A-8CF5-D670602BBE2C}" type="pres">
      <dgm:prSet presAssocID="{7D2CAD1A-80D8-42FE-A948-D5975DFA9D5A}" presName="FiveNodes_1_text" presStyleLbl="node1" presStyleIdx="4" presStyleCnt="5">
        <dgm:presLayoutVars>
          <dgm:bulletEnabled val="1"/>
        </dgm:presLayoutVars>
      </dgm:prSet>
      <dgm:spPr/>
    </dgm:pt>
    <dgm:pt modelId="{08945F49-1F0E-432B-9579-E2FFC6A5B4DD}" type="pres">
      <dgm:prSet presAssocID="{7D2CAD1A-80D8-42FE-A948-D5975DFA9D5A}" presName="FiveNodes_2_text" presStyleLbl="node1" presStyleIdx="4" presStyleCnt="5">
        <dgm:presLayoutVars>
          <dgm:bulletEnabled val="1"/>
        </dgm:presLayoutVars>
      </dgm:prSet>
      <dgm:spPr/>
    </dgm:pt>
    <dgm:pt modelId="{869EF808-050C-4250-B188-53FDF5502E74}" type="pres">
      <dgm:prSet presAssocID="{7D2CAD1A-80D8-42FE-A948-D5975DFA9D5A}" presName="FiveNodes_3_text" presStyleLbl="node1" presStyleIdx="4" presStyleCnt="5">
        <dgm:presLayoutVars>
          <dgm:bulletEnabled val="1"/>
        </dgm:presLayoutVars>
      </dgm:prSet>
      <dgm:spPr/>
    </dgm:pt>
    <dgm:pt modelId="{11D1169A-3F69-4AAA-8136-0A732077F6F1}" type="pres">
      <dgm:prSet presAssocID="{7D2CAD1A-80D8-42FE-A948-D5975DFA9D5A}" presName="FiveNodes_4_text" presStyleLbl="node1" presStyleIdx="4" presStyleCnt="5">
        <dgm:presLayoutVars>
          <dgm:bulletEnabled val="1"/>
        </dgm:presLayoutVars>
      </dgm:prSet>
      <dgm:spPr/>
    </dgm:pt>
    <dgm:pt modelId="{9E14393F-9EA3-47C9-8821-9CF03440AA5A}" type="pres">
      <dgm:prSet presAssocID="{7D2CAD1A-80D8-42FE-A948-D5975DFA9D5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5C58003-F028-4508-B4A5-E7E5199B66FB}" srcId="{7D2CAD1A-80D8-42FE-A948-D5975DFA9D5A}" destId="{891536CC-E9FE-4414-85C3-D59E352D282A}" srcOrd="3" destOrd="0" parTransId="{6ACA67DA-DF32-4F67-96BB-51B0C803CC84}" sibTransId="{F8C9797B-D117-4690-B14B-9E99076B738F}"/>
    <dgm:cxn modelId="{5DC1520B-EFB4-437C-B91D-076CFF78ECEF}" type="presOf" srcId="{F8C9797B-D117-4690-B14B-9E99076B738F}" destId="{21D4E51A-1D48-493A-966D-3EDC35E22990}" srcOrd="0" destOrd="0" presId="urn:microsoft.com/office/officeart/2005/8/layout/vProcess5"/>
    <dgm:cxn modelId="{8DB95A28-A68F-4D81-9548-6B7500E8D656}" type="presOf" srcId="{C54D558D-1F8B-4EBD-86E1-AC8749D9BB00}" destId="{08945F49-1F0E-432B-9579-E2FFC6A5B4DD}" srcOrd="1" destOrd="0" presId="urn:microsoft.com/office/officeart/2005/8/layout/vProcess5"/>
    <dgm:cxn modelId="{CD7E5B2C-4D47-48AA-B6AD-99376CBBB81F}" type="presOf" srcId="{E0CFBCC9-27E3-412A-8B26-80602E01CC50}" destId="{D90099B6-58EC-4200-9465-3368639D966F}" srcOrd="0" destOrd="0" presId="urn:microsoft.com/office/officeart/2005/8/layout/vProcess5"/>
    <dgm:cxn modelId="{6444863D-AF46-4B40-8DEE-A25C5536AE34}" type="presOf" srcId="{542D94D5-7461-4DDB-9993-6AB855C66772}" destId="{68362911-C997-4971-8178-CE9627ACD9E1}" srcOrd="0" destOrd="0" presId="urn:microsoft.com/office/officeart/2005/8/layout/vProcess5"/>
    <dgm:cxn modelId="{FCE55B41-345A-4189-965E-46E9A364B020}" type="presOf" srcId="{891536CC-E9FE-4414-85C3-D59E352D282A}" destId="{11D1169A-3F69-4AAA-8136-0A732077F6F1}" srcOrd="1" destOrd="0" presId="urn:microsoft.com/office/officeart/2005/8/layout/vProcess5"/>
    <dgm:cxn modelId="{A2479547-7F6D-4327-8FFE-5592139519F9}" type="presOf" srcId="{C54D558D-1F8B-4EBD-86E1-AC8749D9BB00}" destId="{6AEDA642-E915-4AF9-9431-4D328EEF544E}" srcOrd="0" destOrd="0" presId="urn:microsoft.com/office/officeart/2005/8/layout/vProcess5"/>
    <dgm:cxn modelId="{4C69DD48-6EC3-4E0C-90D7-C04F6A30F002}" srcId="{7D2CAD1A-80D8-42FE-A948-D5975DFA9D5A}" destId="{8D369A26-49E9-4D7D-BD3B-62158FE80676}" srcOrd="2" destOrd="0" parTransId="{B5CAB95E-EE23-4373-B4A1-1E36020D3EC5}" sibTransId="{542D94D5-7461-4DDB-9993-6AB855C66772}"/>
    <dgm:cxn modelId="{51F33F6A-7E18-41DE-8E00-2B876C7FB4E1}" type="presOf" srcId="{8D369A26-49E9-4D7D-BD3B-62158FE80676}" destId="{58C4A423-7135-48BD-B410-D59F2DA71CC9}" srcOrd="0" destOrd="0" presId="urn:microsoft.com/office/officeart/2005/8/layout/vProcess5"/>
    <dgm:cxn modelId="{3127965A-DD35-4517-AF25-4371A26E1FC4}" type="presOf" srcId="{E0CFBCC9-27E3-412A-8B26-80602E01CC50}" destId="{81E7220B-7F27-430A-8CF5-D670602BBE2C}" srcOrd="1" destOrd="0" presId="urn:microsoft.com/office/officeart/2005/8/layout/vProcess5"/>
    <dgm:cxn modelId="{FF6DF47B-05A2-44F8-B068-CF2B3E418FE4}" type="presOf" srcId="{905B336E-3D19-4BFB-8066-504FF0A80F14}" destId="{3AC0F819-9E9C-4AA0-B256-2D9BA490182A}" srcOrd="0" destOrd="0" presId="urn:microsoft.com/office/officeart/2005/8/layout/vProcess5"/>
    <dgm:cxn modelId="{C30C4A83-0C63-4973-A4B6-098B6EA3DBE1}" type="presOf" srcId="{891536CC-E9FE-4414-85C3-D59E352D282A}" destId="{DADE597A-A0F1-47CF-926B-D4631A12F6E0}" srcOrd="0" destOrd="0" presId="urn:microsoft.com/office/officeart/2005/8/layout/vProcess5"/>
    <dgm:cxn modelId="{23D16E8A-0D3A-4884-A9AA-E7308E0368F2}" type="presOf" srcId="{963A5757-8B27-4539-9EF6-973A71E570A7}" destId="{B91E9F9D-A31F-482F-8442-726A140E0D44}" srcOrd="0" destOrd="0" presId="urn:microsoft.com/office/officeart/2005/8/layout/vProcess5"/>
    <dgm:cxn modelId="{80275DB6-D00D-460B-A7E3-AF445EE28D0B}" type="presOf" srcId="{963A5757-8B27-4539-9EF6-973A71E570A7}" destId="{9E14393F-9EA3-47C9-8821-9CF03440AA5A}" srcOrd="1" destOrd="0" presId="urn:microsoft.com/office/officeart/2005/8/layout/vProcess5"/>
    <dgm:cxn modelId="{91372FBE-1A30-40A8-9A71-C2D221E8BBB0}" type="presOf" srcId="{8D369A26-49E9-4D7D-BD3B-62158FE80676}" destId="{869EF808-050C-4250-B188-53FDF5502E74}" srcOrd="1" destOrd="0" presId="urn:microsoft.com/office/officeart/2005/8/layout/vProcess5"/>
    <dgm:cxn modelId="{31FB54C2-8BC3-4CA6-9F52-C4622503AB7F}" type="presOf" srcId="{EDD28D84-44C4-45D0-8F47-292CDFBF5A8C}" destId="{769CE32B-9A7E-4CBC-BCD0-C8281211DEF5}" srcOrd="0" destOrd="0" presId="urn:microsoft.com/office/officeart/2005/8/layout/vProcess5"/>
    <dgm:cxn modelId="{9F693DD1-71C4-4EB6-960A-66B8801AAEF3}" srcId="{7D2CAD1A-80D8-42FE-A948-D5975DFA9D5A}" destId="{E0CFBCC9-27E3-412A-8B26-80602E01CC50}" srcOrd="0" destOrd="0" parTransId="{3E55D9C3-3E38-4853-9373-451E1F50902B}" sibTransId="{EDD28D84-44C4-45D0-8F47-292CDFBF5A8C}"/>
    <dgm:cxn modelId="{851F59E7-EAE7-4A9C-932C-EFDE33AABD25}" srcId="{7D2CAD1A-80D8-42FE-A948-D5975DFA9D5A}" destId="{C54D558D-1F8B-4EBD-86E1-AC8749D9BB00}" srcOrd="1" destOrd="0" parTransId="{1F759BB3-C72A-40AB-B000-8690C2491F9E}" sibTransId="{905B336E-3D19-4BFB-8066-504FF0A80F14}"/>
    <dgm:cxn modelId="{B8FEB8E9-CBF5-4492-B1F8-ABC23AEBBE27}" srcId="{7D2CAD1A-80D8-42FE-A948-D5975DFA9D5A}" destId="{963A5757-8B27-4539-9EF6-973A71E570A7}" srcOrd="4" destOrd="0" parTransId="{1DFFE6FF-FAD2-45BB-B59C-CE4BA0209C54}" sibTransId="{E677AED1-B5A7-4348-BCB5-E3937C26567E}"/>
    <dgm:cxn modelId="{C545BEFE-7A61-4CA3-AAAF-EB154444F7E1}" type="presOf" srcId="{7D2CAD1A-80D8-42FE-A948-D5975DFA9D5A}" destId="{BE037C89-AE38-489C-9E76-C17B4F17F6AB}" srcOrd="0" destOrd="0" presId="urn:microsoft.com/office/officeart/2005/8/layout/vProcess5"/>
    <dgm:cxn modelId="{D172DA27-1C71-49F1-9A08-7DD0F022A685}" type="presParOf" srcId="{BE037C89-AE38-489C-9E76-C17B4F17F6AB}" destId="{038AB6CF-1156-4858-B566-9A03AD85F3DB}" srcOrd="0" destOrd="0" presId="urn:microsoft.com/office/officeart/2005/8/layout/vProcess5"/>
    <dgm:cxn modelId="{6EEBD737-786B-43B2-AC17-C6103D0DA446}" type="presParOf" srcId="{BE037C89-AE38-489C-9E76-C17B4F17F6AB}" destId="{D90099B6-58EC-4200-9465-3368639D966F}" srcOrd="1" destOrd="0" presId="urn:microsoft.com/office/officeart/2005/8/layout/vProcess5"/>
    <dgm:cxn modelId="{9124823E-4B59-4E8E-B3F5-4AA4A4536C92}" type="presParOf" srcId="{BE037C89-AE38-489C-9E76-C17B4F17F6AB}" destId="{6AEDA642-E915-4AF9-9431-4D328EEF544E}" srcOrd="2" destOrd="0" presId="urn:microsoft.com/office/officeart/2005/8/layout/vProcess5"/>
    <dgm:cxn modelId="{FF1C96A5-36F9-4CBC-A227-590AAE4F8758}" type="presParOf" srcId="{BE037C89-AE38-489C-9E76-C17B4F17F6AB}" destId="{58C4A423-7135-48BD-B410-D59F2DA71CC9}" srcOrd="3" destOrd="0" presId="urn:microsoft.com/office/officeart/2005/8/layout/vProcess5"/>
    <dgm:cxn modelId="{486854AC-BDB4-4DE3-B1C8-4E8DC9221D2D}" type="presParOf" srcId="{BE037C89-AE38-489C-9E76-C17B4F17F6AB}" destId="{DADE597A-A0F1-47CF-926B-D4631A12F6E0}" srcOrd="4" destOrd="0" presId="urn:microsoft.com/office/officeart/2005/8/layout/vProcess5"/>
    <dgm:cxn modelId="{6B89D07D-93E1-4CD3-A5A0-41D96587AB80}" type="presParOf" srcId="{BE037C89-AE38-489C-9E76-C17B4F17F6AB}" destId="{B91E9F9D-A31F-482F-8442-726A140E0D44}" srcOrd="5" destOrd="0" presId="urn:microsoft.com/office/officeart/2005/8/layout/vProcess5"/>
    <dgm:cxn modelId="{F622C839-0AD0-4937-9DFC-EEBD3BA29D7E}" type="presParOf" srcId="{BE037C89-AE38-489C-9E76-C17B4F17F6AB}" destId="{769CE32B-9A7E-4CBC-BCD0-C8281211DEF5}" srcOrd="6" destOrd="0" presId="urn:microsoft.com/office/officeart/2005/8/layout/vProcess5"/>
    <dgm:cxn modelId="{E20CE053-BD32-42D6-BA63-AA7D42663B0A}" type="presParOf" srcId="{BE037C89-AE38-489C-9E76-C17B4F17F6AB}" destId="{3AC0F819-9E9C-4AA0-B256-2D9BA490182A}" srcOrd="7" destOrd="0" presId="urn:microsoft.com/office/officeart/2005/8/layout/vProcess5"/>
    <dgm:cxn modelId="{403BD0D7-519E-42AC-9AE7-DF87CE80B7D3}" type="presParOf" srcId="{BE037C89-AE38-489C-9E76-C17B4F17F6AB}" destId="{68362911-C997-4971-8178-CE9627ACD9E1}" srcOrd="8" destOrd="0" presId="urn:microsoft.com/office/officeart/2005/8/layout/vProcess5"/>
    <dgm:cxn modelId="{2833E436-258A-4A04-B094-2B259A820EEC}" type="presParOf" srcId="{BE037C89-AE38-489C-9E76-C17B4F17F6AB}" destId="{21D4E51A-1D48-493A-966D-3EDC35E22990}" srcOrd="9" destOrd="0" presId="urn:microsoft.com/office/officeart/2005/8/layout/vProcess5"/>
    <dgm:cxn modelId="{623FB94D-1C13-4B47-B61B-A735412CB750}" type="presParOf" srcId="{BE037C89-AE38-489C-9E76-C17B4F17F6AB}" destId="{81E7220B-7F27-430A-8CF5-D670602BBE2C}" srcOrd="10" destOrd="0" presId="urn:microsoft.com/office/officeart/2005/8/layout/vProcess5"/>
    <dgm:cxn modelId="{429DDEF8-592A-4F42-A48A-5596C1A86AD0}" type="presParOf" srcId="{BE037C89-AE38-489C-9E76-C17B4F17F6AB}" destId="{08945F49-1F0E-432B-9579-E2FFC6A5B4DD}" srcOrd="11" destOrd="0" presId="urn:microsoft.com/office/officeart/2005/8/layout/vProcess5"/>
    <dgm:cxn modelId="{491E94B6-4FD1-4EAC-9867-C66B29FB4E47}" type="presParOf" srcId="{BE037C89-AE38-489C-9E76-C17B4F17F6AB}" destId="{869EF808-050C-4250-B188-53FDF5502E74}" srcOrd="12" destOrd="0" presId="urn:microsoft.com/office/officeart/2005/8/layout/vProcess5"/>
    <dgm:cxn modelId="{CBF9BA08-7F60-4A17-B323-BB0F09BC7E95}" type="presParOf" srcId="{BE037C89-AE38-489C-9E76-C17B4F17F6AB}" destId="{11D1169A-3F69-4AAA-8136-0A732077F6F1}" srcOrd="13" destOrd="0" presId="urn:microsoft.com/office/officeart/2005/8/layout/vProcess5"/>
    <dgm:cxn modelId="{89EA853F-E671-48F7-8FC2-39C41DD9FE20}" type="presParOf" srcId="{BE037C89-AE38-489C-9E76-C17B4F17F6AB}" destId="{9E14393F-9EA3-47C9-8821-9CF03440AA5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510E12-B5D6-4257-95EC-6C3AFC58F322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E2929C0-55D1-4E68-BC6D-EEC30635B508}">
      <dgm:prSet/>
      <dgm:spPr/>
      <dgm:t>
        <a:bodyPr/>
        <a:lstStyle/>
        <a:p>
          <a:r>
            <a:rPr lang="hr-HR"/>
            <a:t>Identifikacija metoda koje prate korisnike</a:t>
          </a:r>
          <a:endParaRPr lang="en-US"/>
        </a:p>
      </dgm:t>
    </dgm:pt>
    <dgm:pt modelId="{7027FDA7-84D5-4274-AF8C-C4B5E57099A7}" type="parTrans" cxnId="{69E0116C-E1D4-4F75-9548-B28FB8552034}">
      <dgm:prSet/>
      <dgm:spPr/>
      <dgm:t>
        <a:bodyPr/>
        <a:lstStyle/>
        <a:p>
          <a:endParaRPr lang="en-US"/>
        </a:p>
      </dgm:t>
    </dgm:pt>
    <dgm:pt modelId="{A1414647-CA54-4917-9943-B10D6A519A25}" type="sibTrans" cxnId="{69E0116C-E1D4-4F75-9548-B28FB8552034}">
      <dgm:prSet/>
      <dgm:spPr/>
      <dgm:t>
        <a:bodyPr/>
        <a:lstStyle/>
        <a:p>
          <a:endParaRPr lang="en-US"/>
        </a:p>
      </dgm:t>
    </dgm:pt>
    <dgm:pt modelId="{5D76DB66-F23F-4FF0-9BAF-9D21B0558164}">
      <dgm:prSet/>
      <dgm:spPr/>
      <dgm:t>
        <a:bodyPr/>
        <a:lstStyle/>
        <a:p>
          <a:r>
            <a:rPr lang="hr-HR"/>
            <a:t>Dokumentiranje tragova tijekom web aktivnosti (M. AlZain, 2024.)</a:t>
          </a:r>
          <a:endParaRPr lang="en-US"/>
        </a:p>
      </dgm:t>
    </dgm:pt>
    <dgm:pt modelId="{D11E3B4B-3EE8-4D57-A2EA-CF7E7F4B456E}" type="parTrans" cxnId="{D64C5D26-4714-4F2D-A425-8697957C1352}">
      <dgm:prSet/>
      <dgm:spPr/>
      <dgm:t>
        <a:bodyPr/>
        <a:lstStyle/>
        <a:p>
          <a:endParaRPr lang="en-US"/>
        </a:p>
      </dgm:t>
    </dgm:pt>
    <dgm:pt modelId="{B7E53421-3804-4AF2-9C61-B0FA475D4C80}" type="sibTrans" cxnId="{D64C5D26-4714-4F2D-A425-8697957C1352}">
      <dgm:prSet/>
      <dgm:spPr/>
      <dgm:t>
        <a:bodyPr/>
        <a:lstStyle/>
        <a:p>
          <a:endParaRPr lang="en-US"/>
        </a:p>
      </dgm:t>
    </dgm:pt>
    <dgm:pt modelId="{247899A6-E1B8-4586-99D7-ED88C4803BAF}">
      <dgm:prSet/>
      <dgm:spPr/>
      <dgm:t>
        <a:bodyPr/>
        <a:lstStyle/>
        <a:p>
          <a:r>
            <a:rPr lang="hr-HR"/>
            <a:t>Procjena izloženosti korisnika praćenju </a:t>
          </a:r>
          <a:endParaRPr lang="en-US"/>
        </a:p>
      </dgm:t>
    </dgm:pt>
    <dgm:pt modelId="{A5EA4E22-FF8D-475C-BC72-E9F3375B076A}" type="parTrans" cxnId="{DA229F05-8F72-4001-9208-A0671F1A356C}">
      <dgm:prSet/>
      <dgm:spPr/>
      <dgm:t>
        <a:bodyPr/>
        <a:lstStyle/>
        <a:p>
          <a:endParaRPr lang="en-US"/>
        </a:p>
      </dgm:t>
    </dgm:pt>
    <dgm:pt modelId="{F1762DD3-4945-4143-AFF9-42608BD64E28}" type="sibTrans" cxnId="{DA229F05-8F72-4001-9208-A0671F1A356C}">
      <dgm:prSet/>
      <dgm:spPr/>
      <dgm:t>
        <a:bodyPr/>
        <a:lstStyle/>
        <a:p>
          <a:endParaRPr lang="en-US"/>
        </a:p>
      </dgm:t>
    </dgm:pt>
    <dgm:pt modelId="{F6946B69-9AE2-4ED9-8086-DD7FCAE19E13}">
      <dgm:prSet/>
      <dgm:spPr/>
      <dgm:t>
        <a:bodyPr/>
        <a:lstStyle/>
        <a:p>
          <a:r>
            <a:rPr lang="hr-HR"/>
            <a:t>Prikupiti dokaze o razmjenjivanju podataka između stranica i trećih strana (S.Dambra, 2022.)</a:t>
          </a:r>
          <a:endParaRPr lang="en-US"/>
        </a:p>
      </dgm:t>
    </dgm:pt>
    <dgm:pt modelId="{C7D4A4F8-A8B2-4047-AE71-25512E9F06BE}" type="parTrans" cxnId="{AD51FC9C-3DCE-4629-8568-862BBED8730B}">
      <dgm:prSet/>
      <dgm:spPr/>
      <dgm:t>
        <a:bodyPr/>
        <a:lstStyle/>
        <a:p>
          <a:endParaRPr lang="en-US"/>
        </a:p>
      </dgm:t>
    </dgm:pt>
    <dgm:pt modelId="{598AE6BF-649B-4FB3-A34D-03A147EFFC32}" type="sibTrans" cxnId="{AD51FC9C-3DCE-4629-8568-862BBED8730B}">
      <dgm:prSet/>
      <dgm:spPr/>
      <dgm:t>
        <a:bodyPr/>
        <a:lstStyle/>
        <a:p>
          <a:endParaRPr lang="en-US"/>
        </a:p>
      </dgm:t>
    </dgm:pt>
    <dgm:pt modelId="{60566180-EDD6-43EC-8375-DD7136D669DE}" type="pres">
      <dgm:prSet presAssocID="{E1510E12-B5D6-4257-95EC-6C3AFC58F322}" presName="matrix" presStyleCnt="0">
        <dgm:presLayoutVars>
          <dgm:chMax val="1"/>
          <dgm:dir/>
          <dgm:resizeHandles val="exact"/>
        </dgm:presLayoutVars>
      </dgm:prSet>
      <dgm:spPr/>
    </dgm:pt>
    <dgm:pt modelId="{44061A03-BBD4-498A-B78A-9FCE63E87C72}" type="pres">
      <dgm:prSet presAssocID="{E1510E12-B5D6-4257-95EC-6C3AFC58F322}" presName="diamond" presStyleLbl="bgShp" presStyleIdx="0" presStyleCnt="1"/>
      <dgm:spPr/>
    </dgm:pt>
    <dgm:pt modelId="{8B4CA939-3805-45A0-93D2-A8AEE67D888C}" type="pres">
      <dgm:prSet presAssocID="{E1510E12-B5D6-4257-95EC-6C3AFC58F32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09EB26-0F7C-4C05-AE1C-D372FF1724E3}" type="pres">
      <dgm:prSet presAssocID="{E1510E12-B5D6-4257-95EC-6C3AFC58F32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ADB9762-3DEA-4F9B-8783-9617C050389F}" type="pres">
      <dgm:prSet presAssocID="{E1510E12-B5D6-4257-95EC-6C3AFC58F32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CD62329-7BC0-43F0-98AC-F222887FCB0B}" type="pres">
      <dgm:prSet presAssocID="{E1510E12-B5D6-4257-95EC-6C3AFC58F32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A229F05-8F72-4001-9208-A0671F1A356C}" srcId="{E1510E12-B5D6-4257-95EC-6C3AFC58F322}" destId="{247899A6-E1B8-4586-99D7-ED88C4803BAF}" srcOrd="2" destOrd="0" parTransId="{A5EA4E22-FF8D-475C-BC72-E9F3375B076A}" sibTransId="{F1762DD3-4945-4143-AFF9-42608BD64E28}"/>
    <dgm:cxn modelId="{D64C5D26-4714-4F2D-A425-8697957C1352}" srcId="{E1510E12-B5D6-4257-95EC-6C3AFC58F322}" destId="{5D76DB66-F23F-4FF0-9BAF-9D21B0558164}" srcOrd="1" destOrd="0" parTransId="{D11E3B4B-3EE8-4D57-A2EA-CF7E7F4B456E}" sibTransId="{B7E53421-3804-4AF2-9C61-B0FA475D4C80}"/>
    <dgm:cxn modelId="{0D428733-11B3-4A7A-BDB2-FDC217A04E0D}" type="presOf" srcId="{2E2929C0-55D1-4E68-BC6D-EEC30635B508}" destId="{8B4CA939-3805-45A0-93D2-A8AEE67D888C}" srcOrd="0" destOrd="0" presId="urn:microsoft.com/office/officeart/2005/8/layout/matrix3"/>
    <dgm:cxn modelId="{69E0116C-E1D4-4F75-9548-B28FB8552034}" srcId="{E1510E12-B5D6-4257-95EC-6C3AFC58F322}" destId="{2E2929C0-55D1-4E68-BC6D-EEC30635B508}" srcOrd="0" destOrd="0" parTransId="{7027FDA7-84D5-4274-AF8C-C4B5E57099A7}" sibTransId="{A1414647-CA54-4917-9943-B10D6A519A25}"/>
    <dgm:cxn modelId="{56AD2687-ECF9-40C1-9304-0A3159AA60C7}" type="presOf" srcId="{E1510E12-B5D6-4257-95EC-6C3AFC58F322}" destId="{60566180-EDD6-43EC-8375-DD7136D669DE}" srcOrd="0" destOrd="0" presId="urn:microsoft.com/office/officeart/2005/8/layout/matrix3"/>
    <dgm:cxn modelId="{5A275E9A-2CA2-4F48-946A-DA8606F67615}" type="presOf" srcId="{F6946B69-9AE2-4ED9-8086-DD7FCAE19E13}" destId="{BCD62329-7BC0-43F0-98AC-F222887FCB0B}" srcOrd="0" destOrd="0" presId="urn:microsoft.com/office/officeart/2005/8/layout/matrix3"/>
    <dgm:cxn modelId="{AD51FC9C-3DCE-4629-8568-862BBED8730B}" srcId="{E1510E12-B5D6-4257-95EC-6C3AFC58F322}" destId="{F6946B69-9AE2-4ED9-8086-DD7FCAE19E13}" srcOrd="3" destOrd="0" parTransId="{C7D4A4F8-A8B2-4047-AE71-25512E9F06BE}" sibTransId="{598AE6BF-649B-4FB3-A34D-03A147EFFC32}"/>
    <dgm:cxn modelId="{48CA83E2-974E-49C9-8964-48BBC00B30FF}" type="presOf" srcId="{247899A6-E1B8-4586-99D7-ED88C4803BAF}" destId="{1ADB9762-3DEA-4F9B-8783-9617C050389F}" srcOrd="0" destOrd="0" presId="urn:microsoft.com/office/officeart/2005/8/layout/matrix3"/>
    <dgm:cxn modelId="{1D7ACAE5-6293-4D22-8504-63F35D3E8998}" type="presOf" srcId="{5D76DB66-F23F-4FF0-9BAF-9D21B0558164}" destId="{3209EB26-0F7C-4C05-AE1C-D372FF1724E3}" srcOrd="0" destOrd="0" presId="urn:microsoft.com/office/officeart/2005/8/layout/matrix3"/>
    <dgm:cxn modelId="{E539BCE3-3708-4BBB-9431-700582D4943E}" type="presParOf" srcId="{60566180-EDD6-43EC-8375-DD7136D669DE}" destId="{44061A03-BBD4-498A-B78A-9FCE63E87C72}" srcOrd="0" destOrd="0" presId="urn:microsoft.com/office/officeart/2005/8/layout/matrix3"/>
    <dgm:cxn modelId="{61461615-B166-4A52-B459-FA0EA288EFAB}" type="presParOf" srcId="{60566180-EDD6-43EC-8375-DD7136D669DE}" destId="{8B4CA939-3805-45A0-93D2-A8AEE67D888C}" srcOrd="1" destOrd="0" presId="urn:microsoft.com/office/officeart/2005/8/layout/matrix3"/>
    <dgm:cxn modelId="{9A316983-71FD-4684-A4EB-1E2CA9B23AC0}" type="presParOf" srcId="{60566180-EDD6-43EC-8375-DD7136D669DE}" destId="{3209EB26-0F7C-4C05-AE1C-D372FF1724E3}" srcOrd="2" destOrd="0" presId="urn:microsoft.com/office/officeart/2005/8/layout/matrix3"/>
    <dgm:cxn modelId="{26440428-A460-44CF-9344-0574462C9C61}" type="presParOf" srcId="{60566180-EDD6-43EC-8375-DD7136D669DE}" destId="{1ADB9762-3DEA-4F9B-8783-9617C050389F}" srcOrd="3" destOrd="0" presId="urn:microsoft.com/office/officeart/2005/8/layout/matrix3"/>
    <dgm:cxn modelId="{54B6A9DF-0559-46EC-A2BD-B916B795B164}" type="presParOf" srcId="{60566180-EDD6-43EC-8375-DD7136D669DE}" destId="{BCD62329-7BC0-43F0-98AC-F222887FCB0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A2A185-9153-4EED-956C-16CD6500D0E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D2DB19-AAC3-4B5F-8E57-1929829E62AF}">
      <dgm:prSet/>
      <dgm:spPr/>
      <dgm:t>
        <a:bodyPr/>
        <a:lstStyle/>
        <a:p>
          <a:r>
            <a:rPr lang="hr-HR"/>
            <a:t>GDPR (EU uredba) zahtijeva jasan pristanak korisnika prije pohrane kolačića ili drugih podataka.</a:t>
          </a:r>
          <a:endParaRPr lang="en-US"/>
        </a:p>
      </dgm:t>
    </dgm:pt>
    <dgm:pt modelId="{A74E4917-0093-4C42-8726-464DE6B3182F}" type="parTrans" cxnId="{A0DFDA73-8FFE-4211-98CF-1ABA50260EB9}">
      <dgm:prSet/>
      <dgm:spPr/>
      <dgm:t>
        <a:bodyPr/>
        <a:lstStyle/>
        <a:p>
          <a:endParaRPr lang="en-US"/>
        </a:p>
      </dgm:t>
    </dgm:pt>
    <dgm:pt modelId="{90E0B189-50F8-4D87-8E46-946012144F27}" type="sibTrans" cxnId="{A0DFDA73-8FFE-4211-98CF-1ABA50260EB9}">
      <dgm:prSet/>
      <dgm:spPr/>
      <dgm:t>
        <a:bodyPr/>
        <a:lstStyle/>
        <a:p>
          <a:endParaRPr lang="en-US"/>
        </a:p>
      </dgm:t>
    </dgm:pt>
    <dgm:pt modelId="{2089F711-DD6A-405F-9656-69D2DFEF4138}">
      <dgm:prSet/>
      <dgm:spPr/>
      <dgm:t>
        <a:bodyPr/>
        <a:lstStyle/>
        <a:p>
          <a:r>
            <a:rPr lang="hr-HR"/>
            <a:t>Pojava „cookie banner fatigue“ – korisnici često automatski kliknu „Prihvati sve“ bez čitanja uvjeta.</a:t>
          </a:r>
          <a:endParaRPr lang="en-US"/>
        </a:p>
      </dgm:t>
    </dgm:pt>
    <dgm:pt modelId="{1FE9F2D5-B14E-45C0-B765-93EEDCD45A33}" type="parTrans" cxnId="{C2995720-0F23-4913-AA78-F0995A388CDF}">
      <dgm:prSet/>
      <dgm:spPr/>
      <dgm:t>
        <a:bodyPr/>
        <a:lstStyle/>
        <a:p>
          <a:endParaRPr lang="en-US"/>
        </a:p>
      </dgm:t>
    </dgm:pt>
    <dgm:pt modelId="{2198CDDE-30DF-45FC-B01B-785D6A91E7D0}" type="sibTrans" cxnId="{C2995720-0F23-4913-AA78-F0995A388CDF}">
      <dgm:prSet/>
      <dgm:spPr/>
      <dgm:t>
        <a:bodyPr/>
        <a:lstStyle/>
        <a:p>
          <a:endParaRPr lang="en-US"/>
        </a:p>
      </dgm:t>
    </dgm:pt>
    <dgm:pt modelId="{23369100-D852-43DA-AAA2-89182AD194D1}">
      <dgm:prSet/>
      <dgm:spPr/>
      <dgm:t>
        <a:bodyPr/>
        <a:lstStyle/>
        <a:p>
          <a:r>
            <a:rPr lang="hr-HR"/>
            <a:t>Etika praćenja: potrebno je pronaći ravnotežu između personalizacije sadržaja i zaštite privatnosti korisnika.</a:t>
          </a:r>
          <a:endParaRPr lang="en-US"/>
        </a:p>
      </dgm:t>
    </dgm:pt>
    <dgm:pt modelId="{76E9AD79-9149-4F78-A71C-3D871E40145E}" type="parTrans" cxnId="{FE52CFE8-0212-4988-BA24-A47674CDDDED}">
      <dgm:prSet/>
      <dgm:spPr/>
      <dgm:t>
        <a:bodyPr/>
        <a:lstStyle/>
        <a:p>
          <a:endParaRPr lang="en-US"/>
        </a:p>
      </dgm:t>
    </dgm:pt>
    <dgm:pt modelId="{3E5A7A13-05D1-47FE-BF1F-22F288B9355F}" type="sibTrans" cxnId="{FE52CFE8-0212-4988-BA24-A47674CDDDED}">
      <dgm:prSet/>
      <dgm:spPr/>
      <dgm:t>
        <a:bodyPr/>
        <a:lstStyle/>
        <a:p>
          <a:endParaRPr lang="en-US"/>
        </a:p>
      </dgm:t>
    </dgm:pt>
    <dgm:pt modelId="{E2D5065E-0234-42CF-9985-34BDBC4E36A6}">
      <dgm:prSet/>
      <dgm:spPr/>
      <dgm:t>
        <a:bodyPr/>
        <a:lstStyle/>
        <a:p>
          <a:r>
            <a:rPr lang="hr-HR"/>
            <a:t>Nepoštivanje GDPR-a može rezultirati novčanim kaznama i reputacijskom štetom za organizacije.</a:t>
          </a:r>
          <a:endParaRPr lang="en-US"/>
        </a:p>
      </dgm:t>
    </dgm:pt>
    <dgm:pt modelId="{CC74A1D3-6E18-42F2-ABC6-5362292677D2}" type="parTrans" cxnId="{5B244A5D-99F8-41A7-97A0-81E136512B8C}">
      <dgm:prSet/>
      <dgm:spPr/>
      <dgm:t>
        <a:bodyPr/>
        <a:lstStyle/>
        <a:p>
          <a:endParaRPr lang="en-US"/>
        </a:p>
      </dgm:t>
    </dgm:pt>
    <dgm:pt modelId="{26D92D3B-3C70-434B-93E0-7C80429C86FF}" type="sibTrans" cxnId="{5B244A5D-99F8-41A7-97A0-81E136512B8C}">
      <dgm:prSet/>
      <dgm:spPr/>
      <dgm:t>
        <a:bodyPr/>
        <a:lstStyle/>
        <a:p>
          <a:endParaRPr lang="en-US"/>
        </a:p>
      </dgm:t>
    </dgm:pt>
    <dgm:pt modelId="{87B93355-B9C0-4423-8C2D-C38C49768958}">
      <dgm:prSet/>
      <dgm:spPr/>
      <dgm:t>
        <a:bodyPr/>
        <a:lstStyle/>
        <a:p>
          <a:r>
            <a:rPr lang="hr-HR"/>
            <a:t>Sve veći naglasak stavlja se na transparentnost i odgovornost u obradi korisničkih podataka.</a:t>
          </a:r>
          <a:endParaRPr lang="en-US"/>
        </a:p>
      </dgm:t>
    </dgm:pt>
    <dgm:pt modelId="{A88AB36C-2AB1-4B66-AEB2-34DA07E70125}" type="parTrans" cxnId="{A9E36E45-9781-455E-BC9C-A0730F4E68EE}">
      <dgm:prSet/>
      <dgm:spPr/>
      <dgm:t>
        <a:bodyPr/>
        <a:lstStyle/>
        <a:p>
          <a:endParaRPr lang="en-US"/>
        </a:p>
      </dgm:t>
    </dgm:pt>
    <dgm:pt modelId="{606669FF-588F-4DA6-8B78-9C8450001928}" type="sibTrans" cxnId="{A9E36E45-9781-455E-BC9C-A0730F4E68EE}">
      <dgm:prSet/>
      <dgm:spPr/>
      <dgm:t>
        <a:bodyPr/>
        <a:lstStyle/>
        <a:p>
          <a:endParaRPr lang="en-US"/>
        </a:p>
      </dgm:t>
    </dgm:pt>
    <dgm:pt modelId="{B72C3FA6-B725-4830-A2EC-B08ACC51B4AF}" type="pres">
      <dgm:prSet presAssocID="{ADA2A185-9153-4EED-956C-16CD6500D0E9}" presName="diagram" presStyleCnt="0">
        <dgm:presLayoutVars>
          <dgm:dir/>
          <dgm:resizeHandles val="exact"/>
        </dgm:presLayoutVars>
      </dgm:prSet>
      <dgm:spPr/>
    </dgm:pt>
    <dgm:pt modelId="{7B6892DF-7855-4F60-B50D-16373322AB86}" type="pres">
      <dgm:prSet presAssocID="{D7D2DB19-AAC3-4B5F-8E57-1929829E62AF}" presName="node" presStyleLbl="node1" presStyleIdx="0" presStyleCnt="5">
        <dgm:presLayoutVars>
          <dgm:bulletEnabled val="1"/>
        </dgm:presLayoutVars>
      </dgm:prSet>
      <dgm:spPr/>
    </dgm:pt>
    <dgm:pt modelId="{C2454F67-8113-4A17-9F6E-C61C4D719C66}" type="pres">
      <dgm:prSet presAssocID="{90E0B189-50F8-4D87-8E46-946012144F27}" presName="sibTrans" presStyleCnt="0"/>
      <dgm:spPr/>
    </dgm:pt>
    <dgm:pt modelId="{64DA0490-6B21-4C31-A06C-7DFCFD37928E}" type="pres">
      <dgm:prSet presAssocID="{2089F711-DD6A-405F-9656-69D2DFEF4138}" presName="node" presStyleLbl="node1" presStyleIdx="1" presStyleCnt="5">
        <dgm:presLayoutVars>
          <dgm:bulletEnabled val="1"/>
        </dgm:presLayoutVars>
      </dgm:prSet>
      <dgm:spPr/>
    </dgm:pt>
    <dgm:pt modelId="{E32784E1-4395-468A-A4F4-773731C5AF6C}" type="pres">
      <dgm:prSet presAssocID="{2198CDDE-30DF-45FC-B01B-785D6A91E7D0}" presName="sibTrans" presStyleCnt="0"/>
      <dgm:spPr/>
    </dgm:pt>
    <dgm:pt modelId="{0054513E-FFEA-481D-921A-2EBF58BA9D12}" type="pres">
      <dgm:prSet presAssocID="{23369100-D852-43DA-AAA2-89182AD194D1}" presName="node" presStyleLbl="node1" presStyleIdx="2" presStyleCnt="5">
        <dgm:presLayoutVars>
          <dgm:bulletEnabled val="1"/>
        </dgm:presLayoutVars>
      </dgm:prSet>
      <dgm:spPr/>
    </dgm:pt>
    <dgm:pt modelId="{3C6E1E7A-6B1D-4859-94E3-3F112A5481A2}" type="pres">
      <dgm:prSet presAssocID="{3E5A7A13-05D1-47FE-BF1F-22F288B9355F}" presName="sibTrans" presStyleCnt="0"/>
      <dgm:spPr/>
    </dgm:pt>
    <dgm:pt modelId="{E8D3C6E8-6E40-4963-B3D4-47C2CEF83FAA}" type="pres">
      <dgm:prSet presAssocID="{E2D5065E-0234-42CF-9985-34BDBC4E36A6}" presName="node" presStyleLbl="node1" presStyleIdx="3" presStyleCnt="5">
        <dgm:presLayoutVars>
          <dgm:bulletEnabled val="1"/>
        </dgm:presLayoutVars>
      </dgm:prSet>
      <dgm:spPr/>
    </dgm:pt>
    <dgm:pt modelId="{F5D9DBB0-6676-4FDC-A9DB-A74B69AAC696}" type="pres">
      <dgm:prSet presAssocID="{26D92D3B-3C70-434B-93E0-7C80429C86FF}" presName="sibTrans" presStyleCnt="0"/>
      <dgm:spPr/>
    </dgm:pt>
    <dgm:pt modelId="{C9C81FCF-5735-4F54-805A-4E00422E658F}" type="pres">
      <dgm:prSet presAssocID="{87B93355-B9C0-4423-8C2D-C38C49768958}" presName="node" presStyleLbl="node1" presStyleIdx="4" presStyleCnt="5">
        <dgm:presLayoutVars>
          <dgm:bulletEnabled val="1"/>
        </dgm:presLayoutVars>
      </dgm:prSet>
      <dgm:spPr/>
    </dgm:pt>
  </dgm:ptLst>
  <dgm:cxnLst>
    <dgm:cxn modelId="{C2995720-0F23-4913-AA78-F0995A388CDF}" srcId="{ADA2A185-9153-4EED-956C-16CD6500D0E9}" destId="{2089F711-DD6A-405F-9656-69D2DFEF4138}" srcOrd="1" destOrd="0" parTransId="{1FE9F2D5-B14E-45C0-B765-93EEDCD45A33}" sibTransId="{2198CDDE-30DF-45FC-B01B-785D6A91E7D0}"/>
    <dgm:cxn modelId="{5B244A5D-99F8-41A7-97A0-81E136512B8C}" srcId="{ADA2A185-9153-4EED-956C-16CD6500D0E9}" destId="{E2D5065E-0234-42CF-9985-34BDBC4E36A6}" srcOrd="3" destOrd="0" parTransId="{CC74A1D3-6E18-42F2-ABC6-5362292677D2}" sibTransId="{26D92D3B-3C70-434B-93E0-7C80429C86FF}"/>
    <dgm:cxn modelId="{A9E36E45-9781-455E-BC9C-A0730F4E68EE}" srcId="{ADA2A185-9153-4EED-956C-16CD6500D0E9}" destId="{87B93355-B9C0-4423-8C2D-C38C49768958}" srcOrd="4" destOrd="0" parTransId="{A88AB36C-2AB1-4B66-AEB2-34DA07E70125}" sibTransId="{606669FF-588F-4DA6-8B78-9C8450001928}"/>
    <dgm:cxn modelId="{8BD47853-95A4-4355-8131-D11E847CE866}" type="presOf" srcId="{ADA2A185-9153-4EED-956C-16CD6500D0E9}" destId="{B72C3FA6-B725-4830-A2EC-B08ACC51B4AF}" srcOrd="0" destOrd="0" presId="urn:microsoft.com/office/officeart/2005/8/layout/default"/>
    <dgm:cxn modelId="{A0DFDA73-8FFE-4211-98CF-1ABA50260EB9}" srcId="{ADA2A185-9153-4EED-956C-16CD6500D0E9}" destId="{D7D2DB19-AAC3-4B5F-8E57-1929829E62AF}" srcOrd="0" destOrd="0" parTransId="{A74E4917-0093-4C42-8726-464DE6B3182F}" sibTransId="{90E0B189-50F8-4D87-8E46-946012144F27}"/>
    <dgm:cxn modelId="{DEE85756-D5EA-4B92-8CD9-AEDFE5852DD0}" type="presOf" srcId="{23369100-D852-43DA-AAA2-89182AD194D1}" destId="{0054513E-FFEA-481D-921A-2EBF58BA9D12}" srcOrd="0" destOrd="0" presId="urn:microsoft.com/office/officeart/2005/8/layout/default"/>
    <dgm:cxn modelId="{F92E17BD-1690-495C-80EC-081D367A297D}" type="presOf" srcId="{D7D2DB19-AAC3-4B5F-8E57-1929829E62AF}" destId="{7B6892DF-7855-4F60-B50D-16373322AB86}" srcOrd="0" destOrd="0" presId="urn:microsoft.com/office/officeart/2005/8/layout/default"/>
    <dgm:cxn modelId="{D3CB6EC1-6A57-4A40-B1F7-FB168D749378}" type="presOf" srcId="{2089F711-DD6A-405F-9656-69D2DFEF4138}" destId="{64DA0490-6B21-4C31-A06C-7DFCFD37928E}" srcOrd="0" destOrd="0" presId="urn:microsoft.com/office/officeart/2005/8/layout/default"/>
    <dgm:cxn modelId="{856379E7-1702-4C47-9A61-2CA2C37A5417}" type="presOf" srcId="{87B93355-B9C0-4423-8C2D-C38C49768958}" destId="{C9C81FCF-5735-4F54-805A-4E00422E658F}" srcOrd="0" destOrd="0" presId="urn:microsoft.com/office/officeart/2005/8/layout/default"/>
    <dgm:cxn modelId="{FE52CFE8-0212-4988-BA24-A47674CDDDED}" srcId="{ADA2A185-9153-4EED-956C-16CD6500D0E9}" destId="{23369100-D852-43DA-AAA2-89182AD194D1}" srcOrd="2" destOrd="0" parTransId="{76E9AD79-9149-4F78-A71C-3D871E40145E}" sibTransId="{3E5A7A13-05D1-47FE-BF1F-22F288B9355F}"/>
    <dgm:cxn modelId="{619C03EF-B341-4E76-BF1A-8C04FE013CC1}" type="presOf" srcId="{E2D5065E-0234-42CF-9985-34BDBC4E36A6}" destId="{E8D3C6E8-6E40-4963-B3D4-47C2CEF83FAA}" srcOrd="0" destOrd="0" presId="urn:microsoft.com/office/officeart/2005/8/layout/default"/>
    <dgm:cxn modelId="{B351E424-9FE3-42CE-86CB-D038F0795974}" type="presParOf" srcId="{B72C3FA6-B725-4830-A2EC-B08ACC51B4AF}" destId="{7B6892DF-7855-4F60-B50D-16373322AB86}" srcOrd="0" destOrd="0" presId="urn:microsoft.com/office/officeart/2005/8/layout/default"/>
    <dgm:cxn modelId="{8141A9BF-1A69-421C-A803-8A6B1C525363}" type="presParOf" srcId="{B72C3FA6-B725-4830-A2EC-B08ACC51B4AF}" destId="{C2454F67-8113-4A17-9F6E-C61C4D719C66}" srcOrd="1" destOrd="0" presId="urn:microsoft.com/office/officeart/2005/8/layout/default"/>
    <dgm:cxn modelId="{518E0CBB-C1D5-4948-ACA2-CF81BCE97C29}" type="presParOf" srcId="{B72C3FA6-B725-4830-A2EC-B08ACC51B4AF}" destId="{64DA0490-6B21-4C31-A06C-7DFCFD37928E}" srcOrd="2" destOrd="0" presId="urn:microsoft.com/office/officeart/2005/8/layout/default"/>
    <dgm:cxn modelId="{0ECB86BE-84F9-4387-AA70-C4DD7B2DB2C8}" type="presParOf" srcId="{B72C3FA6-B725-4830-A2EC-B08ACC51B4AF}" destId="{E32784E1-4395-468A-A4F4-773731C5AF6C}" srcOrd="3" destOrd="0" presId="urn:microsoft.com/office/officeart/2005/8/layout/default"/>
    <dgm:cxn modelId="{D3936417-7376-4F9F-8E8A-3BC0D80EB08B}" type="presParOf" srcId="{B72C3FA6-B725-4830-A2EC-B08ACC51B4AF}" destId="{0054513E-FFEA-481D-921A-2EBF58BA9D12}" srcOrd="4" destOrd="0" presId="urn:microsoft.com/office/officeart/2005/8/layout/default"/>
    <dgm:cxn modelId="{21607E39-3EBE-43FF-9D78-DA4A8B774C76}" type="presParOf" srcId="{B72C3FA6-B725-4830-A2EC-B08ACC51B4AF}" destId="{3C6E1E7A-6B1D-4859-94E3-3F112A5481A2}" srcOrd="5" destOrd="0" presId="urn:microsoft.com/office/officeart/2005/8/layout/default"/>
    <dgm:cxn modelId="{25649E56-C834-49C5-8A4E-463A3530FEC9}" type="presParOf" srcId="{B72C3FA6-B725-4830-A2EC-B08ACC51B4AF}" destId="{E8D3C6E8-6E40-4963-B3D4-47C2CEF83FAA}" srcOrd="6" destOrd="0" presId="urn:microsoft.com/office/officeart/2005/8/layout/default"/>
    <dgm:cxn modelId="{F91353D7-F764-47E1-997F-461D7B0E6586}" type="presParOf" srcId="{B72C3FA6-B725-4830-A2EC-B08ACC51B4AF}" destId="{F5D9DBB0-6676-4FDC-A9DB-A74B69AAC696}" srcOrd="7" destOrd="0" presId="urn:microsoft.com/office/officeart/2005/8/layout/default"/>
    <dgm:cxn modelId="{10798DD7-AA95-4A1F-8D76-CF464451835B}" type="presParOf" srcId="{B72C3FA6-B725-4830-A2EC-B08ACC51B4AF}" destId="{C9C81FCF-5735-4F54-805A-4E00422E658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60811-755E-4E0E-9CCB-8EF6BDDE6FD8}">
      <dsp:nvSpPr>
        <dsp:cNvPr id="0" name=""/>
        <dsp:cNvSpPr/>
      </dsp:nvSpPr>
      <dsp:spPr>
        <a:xfrm>
          <a:off x="0" y="424577"/>
          <a:ext cx="6261100" cy="1119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900" kern="1200"/>
            <a:t>Kolačići – male tekstualne datoteke pohranjene u korisnikov preglednik</a:t>
          </a:r>
          <a:endParaRPr lang="en-US" sz="2900" kern="1200"/>
        </a:p>
      </dsp:txBody>
      <dsp:txXfrm>
        <a:off x="54659" y="479236"/>
        <a:ext cx="6151782" cy="1010372"/>
      </dsp:txXfrm>
    </dsp:sp>
    <dsp:sp modelId="{B0F3E0B7-F295-48D7-BADA-82519AF6FFF4}">
      <dsp:nvSpPr>
        <dsp:cNvPr id="0" name=""/>
        <dsp:cNvSpPr/>
      </dsp:nvSpPr>
      <dsp:spPr>
        <a:xfrm>
          <a:off x="0" y="1627787"/>
          <a:ext cx="6261100" cy="1119690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900" kern="1200"/>
            <a:t>Funkcija: pamćenje stanja i korisničkih postavki </a:t>
          </a:r>
          <a:endParaRPr lang="en-US" sz="2900" kern="1200"/>
        </a:p>
      </dsp:txBody>
      <dsp:txXfrm>
        <a:off x="54659" y="1682446"/>
        <a:ext cx="6151782" cy="1010372"/>
      </dsp:txXfrm>
    </dsp:sp>
    <dsp:sp modelId="{E76289BB-BE06-422D-B4F0-BE1BFA1B8E17}">
      <dsp:nvSpPr>
        <dsp:cNvPr id="0" name=""/>
        <dsp:cNvSpPr/>
      </dsp:nvSpPr>
      <dsp:spPr>
        <a:xfrm>
          <a:off x="0" y="2830997"/>
          <a:ext cx="6261100" cy="1119690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900" kern="1200"/>
            <a:t>Praćenje korisnika kroz više stranica i sesija</a:t>
          </a:r>
          <a:endParaRPr lang="en-US" sz="2900" kern="1200"/>
        </a:p>
      </dsp:txBody>
      <dsp:txXfrm>
        <a:off x="54659" y="2885656"/>
        <a:ext cx="6151782" cy="1010372"/>
      </dsp:txXfrm>
    </dsp:sp>
    <dsp:sp modelId="{3BBDEF88-A7BC-4CB5-8AED-5B3FE81ECF2D}">
      <dsp:nvSpPr>
        <dsp:cNvPr id="0" name=""/>
        <dsp:cNvSpPr/>
      </dsp:nvSpPr>
      <dsp:spPr>
        <a:xfrm>
          <a:off x="0" y="4034207"/>
          <a:ext cx="6261100" cy="111969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Vrste kolačića: First-party i Third-party</a:t>
          </a:r>
        </a:p>
      </dsp:txBody>
      <dsp:txXfrm>
        <a:off x="54659" y="4088866"/>
        <a:ext cx="6151782" cy="10103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9369E-E64D-4873-AEB2-CE0EF657212C}">
      <dsp:nvSpPr>
        <dsp:cNvPr id="0" name=""/>
        <dsp:cNvSpPr/>
      </dsp:nvSpPr>
      <dsp:spPr>
        <a:xfrm>
          <a:off x="3173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95C24-6C32-4843-9BD3-EBC8114ED9E5}">
      <dsp:nvSpPr>
        <dsp:cNvPr id="0" name=""/>
        <dsp:cNvSpPr/>
      </dsp:nvSpPr>
      <dsp:spPr>
        <a:xfrm>
          <a:off x="254900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/>
            <a:t>Postavlja ih domena koju korisnik izravno posjećuje</a:t>
          </a:r>
          <a:endParaRPr lang="en-US" sz="1700" kern="1200"/>
        </a:p>
      </dsp:txBody>
      <dsp:txXfrm>
        <a:off x="297036" y="1241826"/>
        <a:ext cx="2181278" cy="1354352"/>
      </dsp:txXfrm>
    </dsp:sp>
    <dsp:sp modelId="{742819AB-F108-4D26-B6C0-34720BC0AB0F}">
      <dsp:nvSpPr>
        <dsp:cNvPr id="0" name=""/>
        <dsp:cNvSpPr/>
      </dsp:nvSpPr>
      <dsp:spPr>
        <a:xfrm>
          <a:off x="2772178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E69BC-7A3E-4A34-BA7B-6AFBE4F6B48C}">
      <dsp:nvSpPr>
        <dsp:cNvPr id="0" name=""/>
        <dsp:cNvSpPr/>
      </dsp:nvSpPr>
      <dsp:spPr>
        <a:xfrm>
          <a:off x="3023906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/>
            <a:t>Služe za: autentifikaciju, spremanje korisničkih postavki, personalizaciju</a:t>
          </a:r>
          <a:endParaRPr lang="en-US" sz="1700" kern="1200"/>
        </a:p>
      </dsp:txBody>
      <dsp:txXfrm>
        <a:off x="3066042" y="1241826"/>
        <a:ext cx="2181278" cy="1354352"/>
      </dsp:txXfrm>
    </dsp:sp>
    <dsp:sp modelId="{964937F7-31B0-4AA3-BE22-793AD446E170}">
      <dsp:nvSpPr>
        <dsp:cNvPr id="0" name=""/>
        <dsp:cNvSpPr/>
      </dsp:nvSpPr>
      <dsp:spPr>
        <a:xfrm>
          <a:off x="5541184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8C93D-07F6-4C39-8597-266A5BF98A35}">
      <dsp:nvSpPr>
        <dsp:cNvPr id="0" name=""/>
        <dsp:cNvSpPr/>
      </dsp:nvSpPr>
      <dsp:spPr>
        <a:xfrm>
          <a:off x="5792912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/>
            <a:t>Osiguravaju bolje korisničko iskustvo </a:t>
          </a:r>
          <a:endParaRPr lang="en-US" sz="1700" kern="1200"/>
        </a:p>
      </dsp:txBody>
      <dsp:txXfrm>
        <a:off x="5835048" y="1241826"/>
        <a:ext cx="2181278" cy="1354352"/>
      </dsp:txXfrm>
    </dsp:sp>
    <dsp:sp modelId="{5D0A357D-336C-47CC-9841-945E3FF1DA9A}">
      <dsp:nvSpPr>
        <dsp:cNvPr id="0" name=""/>
        <dsp:cNvSpPr/>
      </dsp:nvSpPr>
      <dsp:spPr>
        <a:xfrm>
          <a:off x="8310190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2F873-3A3B-4627-A2C7-494D849B5E04}">
      <dsp:nvSpPr>
        <dsp:cNvPr id="0" name=""/>
        <dsp:cNvSpPr/>
      </dsp:nvSpPr>
      <dsp:spPr>
        <a:xfrm>
          <a:off x="8561917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Općenito ne predstavljaju veliki rizik za privatnost.</a:t>
          </a:r>
          <a:endParaRPr lang="en-US" sz="1700" kern="1200"/>
        </a:p>
      </dsp:txBody>
      <dsp:txXfrm>
        <a:off x="8604053" y="1241826"/>
        <a:ext cx="2181278" cy="13543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F2031-DB88-41AB-AAE1-1F11E0E11E6E}">
      <dsp:nvSpPr>
        <dsp:cNvPr id="0" name=""/>
        <dsp:cNvSpPr/>
      </dsp:nvSpPr>
      <dsp:spPr>
        <a:xfrm>
          <a:off x="3173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A888D-2176-4410-8E33-8119BB05A110}">
      <dsp:nvSpPr>
        <dsp:cNvPr id="0" name=""/>
        <dsp:cNvSpPr/>
      </dsp:nvSpPr>
      <dsp:spPr>
        <a:xfrm>
          <a:off x="254900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/>
            <a:t>Postavljeni od strane vanjske domene</a:t>
          </a:r>
          <a:endParaRPr lang="en-US" sz="1600" kern="1200"/>
        </a:p>
      </dsp:txBody>
      <dsp:txXfrm>
        <a:off x="297036" y="1241826"/>
        <a:ext cx="2181278" cy="1354352"/>
      </dsp:txXfrm>
    </dsp:sp>
    <dsp:sp modelId="{35253626-8DED-48B1-9BC8-0D5873D6A0B1}">
      <dsp:nvSpPr>
        <dsp:cNvPr id="0" name=""/>
        <dsp:cNvSpPr/>
      </dsp:nvSpPr>
      <dsp:spPr>
        <a:xfrm>
          <a:off x="2772178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A6F995-2A10-4175-8F75-1149DC482D9F}">
      <dsp:nvSpPr>
        <dsp:cNvPr id="0" name=""/>
        <dsp:cNvSpPr/>
      </dsp:nvSpPr>
      <dsp:spPr>
        <a:xfrm>
          <a:off x="3023906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/>
            <a:t>Služe za: ciljano oglašavanje, analitiku i praćenje korisnika, sinkronizaciju identiteta korisnika</a:t>
          </a:r>
          <a:endParaRPr lang="en-US" sz="1600" kern="1200"/>
        </a:p>
      </dsp:txBody>
      <dsp:txXfrm>
        <a:off x="3066042" y="1241826"/>
        <a:ext cx="2181278" cy="1354352"/>
      </dsp:txXfrm>
    </dsp:sp>
    <dsp:sp modelId="{AEC1ECCE-C930-4755-918A-F043B22935F6}">
      <dsp:nvSpPr>
        <dsp:cNvPr id="0" name=""/>
        <dsp:cNvSpPr/>
      </dsp:nvSpPr>
      <dsp:spPr>
        <a:xfrm>
          <a:off x="5541184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7A5EA-7AB5-419F-B16C-05D98AF3F83A}">
      <dsp:nvSpPr>
        <dsp:cNvPr id="0" name=""/>
        <dsp:cNvSpPr/>
      </dsp:nvSpPr>
      <dsp:spPr>
        <a:xfrm>
          <a:off x="5792912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/>
            <a:t>Praćenje korisnika s više web stranica </a:t>
          </a:r>
          <a:endParaRPr lang="en-US" sz="1600" kern="1200"/>
        </a:p>
      </dsp:txBody>
      <dsp:txXfrm>
        <a:off x="5835048" y="1241826"/>
        <a:ext cx="2181278" cy="1354352"/>
      </dsp:txXfrm>
    </dsp:sp>
    <dsp:sp modelId="{42A13AEF-DD87-496D-91BF-90DF63750DED}">
      <dsp:nvSpPr>
        <dsp:cNvPr id="0" name=""/>
        <dsp:cNvSpPr/>
      </dsp:nvSpPr>
      <dsp:spPr>
        <a:xfrm>
          <a:off x="8310190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F40EC-9FB4-4DDB-BCD0-712454804215}">
      <dsp:nvSpPr>
        <dsp:cNvPr id="0" name=""/>
        <dsp:cNvSpPr/>
      </dsp:nvSpPr>
      <dsp:spPr>
        <a:xfrm>
          <a:off x="8561917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/>
            <a:t>Predstavljaju glavni izvor zabrinutosti u pogledu privatnosti.</a:t>
          </a:r>
          <a:endParaRPr lang="en-US" sz="1600" kern="1200"/>
        </a:p>
      </dsp:txBody>
      <dsp:txXfrm>
        <a:off x="8604053" y="1241826"/>
        <a:ext cx="2181278" cy="1354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099B6-58EC-4200-9465-3368639D966F}">
      <dsp:nvSpPr>
        <dsp:cNvPr id="0" name=""/>
        <dsp:cNvSpPr/>
      </dsp:nvSpPr>
      <dsp:spPr>
        <a:xfrm>
          <a:off x="0" y="0"/>
          <a:ext cx="4585856" cy="9693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/>
            <a:t>Prikupljeni podaci mogu otkriti identitet, navike i interese korisnika.</a:t>
          </a:r>
          <a:endParaRPr lang="en-US" sz="1500" kern="1200"/>
        </a:p>
      </dsp:txBody>
      <dsp:txXfrm>
        <a:off x="28392" y="28392"/>
        <a:ext cx="3426421" cy="912579"/>
      </dsp:txXfrm>
    </dsp:sp>
    <dsp:sp modelId="{6AEDA642-E915-4AF9-9431-4D328EEF544E}">
      <dsp:nvSpPr>
        <dsp:cNvPr id="0" name=""/>
        <dsp:cNvSpPr/>
      </dsp:nvSpPr>
      <dsp:spPr>
        <a:xfrm>
          <a:off x="342450" y="1103997"/>
          <a:ext cx="4585856" cy="9693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/>
            <a:t>Omogućuju profiliranje korisnika i stvaranje detaljnih psiholoških i potrošačkih profila.</a:t>
          </a:r>
          <a:endParaRPr lang="en-US" sz="1500" kern="1200"/>
        </a:p>
      </dsp:txBody>
      <dsp:txXfrm>
        <a:off x="370842" y="1132389"/>
        <a:ext cx="3556535" cy="912579"/>
      </dsp:txXfrm>
    </dsp:sp>
    <dsp:sp modelId="{58C4A423-7135-48BD-B410-D59F2DA71CC9}">
      <dsp:nvSpPr>
        <dsp:cNvPr id="0" name=""/>
        <dsp:cNvSpPr/>
      </dsp:nvSpPr>
      <dsp:spPr>
        <a:xfrm>
          <a:off x="684900" y="2207995"/>
          <a:ext cx="4585856" cy="9693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/>
            <a:t>Podaci se mogu zloupotrijebiti za manipulaciju ponašanjem ili kršenje GDPR-a.</a:t>
          </a:r>
          <a:endParaRPr lang="en-US" sz="1500" kern="1200"/>
        </a:p>
      </dsp:txBody>
      <dsp:txXfrm>
        <a:off x="713292" y="2236387"/>
        <a:ext cx="3556535" cy="912579"/>
      </dsp:txXfrm>
    </dsp:sp>
    <dsp:sp modelId="{DADE597A-A0F1-47CF-926B-D4631A12F6E0}">
      <dsp:nvSpPr>
        <dsp:cNvPr id="0" name=""/>
        <dsp:cNvSpPr/>
      </dsp:nvSpPr>
      <dsp:spPr>
        <a:xfrm>
          <a:off x="1027351" y="3311992"/>
          <a:ext cx="4585856" cy="9693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/>
            <a:t>Većina korisnika nije svjesna opsega i načina praćenja na webu.</a:t>
          </a:r>
          <a:endParaRPr lang="en-US" sz="1500" kern="1200"/>
        </a:p>
      </dsp:txBody>
      <dsp:txXfrm>
        <a:off x="1055743" y="3340384"/>
        <a:ext cx="3556535" cy="912579"/>
      </dsp:txXfrm>
    </dsp:sp>
    <dsp:sp modelId="{B91E9F9D-A31F-482F-8442-726A140E0D44}">
      <dsp:nvSpPr>
        <dsp:cNvPr id="0" name=""/>
        <dsp:cNvSpPr/>
      </dsp:nvSpPr>
      <dsp:spPr>
        <a:xfrm>
          <a:off x="1369801" y="4415990"/>
          <a:ext cx="4585856" cy="9693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/>
            <a:t>Praćenje se često koristi za prediktivnu analitiku i ciljano oglašavanje, čime se dodatno narušava privatnost.</a:t>
          </a:r>
          <a:endParaRPr lang="en-US" sz="1500" kern="1200"/>
        </a:p>
      </dsp:txBody>
      <dsp:txXfrm>
        <a:off x="1398193" y="4444382"/>
        <a:ext cx="3556535" cy="912579"/>
      </dsp:txXfrm>
    </dsp:sp>
    <dsp:sp modelId="{769CE32B-9A7E-4CBC-BCD0-C8281211DEF5}">
      <dsp:nvSpPr>
        <dsp:cNvPr id="0" name=""/>
        <dsp:cNvSpPr/>
      </dsp:nvSpPr>
      <dsp:spPr>
        <a:xfrm>
          <a:off x="3955770" y="708174"/>
          <a:ext cx="630086" cy="6300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097539" y="708174"/>
        <a:ext cx="346548" cy="474140"/>
      </dsp:txXfrm>
    </dsp:sp>
    <dsp:sp modelId="{3AC0F819-9E9C-4AA0-B256-2D9BA490182A}">
      <dsp:nvSpPr>
        <dsp:cNvPr id="0" name=""/>
        <dsp:cNvSpPr/>
      </dsp:nvSpPr>
      <dsp:spPr>
        <a:xfrm>
          <a:off x="4298220" y="1812171"/>
          <a:ext cx="630086" cy="63008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439989" y="1812171"/>
        <a:ext cx="346548" cy="474140"/>
      </dsp:txXfrm>
    </dsp:sp>
    <dsp:sp modelId="{68362911-C997-4971-8178-CE9627ACD9E1}">
      <dsp:nvSpPr>
        <dsp:cNvPr id="0" name=""/>
        <dsp:cNvSpPr/>
      </dsp:nvSpPr>
      <dsp:spPr>
        <a:xfrm>
          <a:off x="4640670" y="2900013"/>
          <a:ext cx="630086" cy="63008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782439" y="2900013"/>
        <a:ext cx="346548" cy="474140"/>
      </dsp:txXfrm>
    </dsp:sp>
    <dsp:sp modelId="{21D4E51A-1D48-493A-966D-3EDC35E22990}">
      <dsp:nvSpPr>
        <dsp:cNvPr id="0" name=""/>
        <dsp:cNvSpPr/>
      </dsp:nvSpPr>
      <dsp:spPr>
        <a:xfrm>
          <a:off x="4983121" y="4014781"/>
          <a:ext cx="630086" cy="63008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124890" y="4014781"/>
        <a:ext cx="346548" cy="4741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61A03-BBD4-498A-B78A-9FCE63E87C72}">
      <dsp:nvSpPr>
        <dsp:cNvPr id="0" name=""/>
        <dsp:cNvSpPr/>
      </dsp:nvSpPr>
      <dsp:spPr>
        <a:xfrm>
          <a:off x="285152" y="0"/>
          <a:ext cx="5385354" cy="538535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B4CA939-3805-45A0-93D2-A8AEE67D888C}">
      <dsp:nvSpPr>
        <dsp:cNvPr id="0" name=""/>
        <dsp:cNvSpPr/>
      </dsp:nvSpPr>
      <dsp:spPr>
        <a:xfrm>
          <a:off x="796760" y="511608"/>
          <a:ext cx="2100288" cy="210028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Identifikacija metoda koje prate korisnike</a:t>
          </a:r>
          <a:endParaRPr lang="en-US" sz="1800" kern="1200"/>
        </a:p>
      </dsp:txBody>
      <dsp:txXfrm>
        <a:off x="899288" y="614136"/>
        <a:ext cx="1895232" cy="1895232"/>
      </dsp:txXfrm>
    </dsp:sp>
    <dsp:sp modelId="{3209EB26-0F7C-4C05-AE1C-D372FF1724E3}">
      <dsp:nvSpPr>
        <dsp:cNvPr id="0" name=""/>
        <dsp:cNvSpPr/>
      </dsp:nvSpPr>
      <dsp:spPr>
        <a:xfrm>
          <a:off x="3058609" y="511608"/>
          <a:ext cx="2100288" cy="21002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Dokumentiranje tragova tijekom web aktivnosti (M. AlZain, 2024.)</a:t>
          </a:r>
          <a:endParaRPr lang="en-US" sz="1800" kern="1200"/>
        </a:p>
      </dsp:txBody>
      <dsp:txXfrm>
        <a:off x="3161137" y="614136"/>
        <a:ext cx="1895232" cy="1895232"/>
      </dsp:txXfrm>
    </dsp:sp>
    <dsp:sp modelId="{1ADB9762-3DEA-4F9B-8783-9617C050389F}">
      <dsp:nvSpPr>
        <dsp:cNvPr id="0" name=""/>
        <dsp:cNvSpPr/>
      </dsp:nvSpPr>
      <dsp:spPr>
        <a:xfrm>
          <a:off x="796760" y="2773457"/>
          <a:ext cx="2100288" cy="210028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Procjena izloženosti korisnika praćenju </a:t>
          </a:r>
          <a:endParaRPr lang="en-US" sz="1800" kern="1200"/>
        </a:p>
      </dsp:txBody>
      <dsp:txXfrm>
        <a:off x="899288" y="2875985"/>
        <a:ext cx="1895232" cy="1895232"/>
      </dsp:txXfrm>
    </dsp:sp>
    <dsp:sp modelId="{BCD62329-7BC0-43F0-98AC-F222887FCB0B}">
      <dsp:nvSpPr>
        <dsp:cNvPr id="0" name=""/>
        <dsp:cNvSpPr/>
      </dsp:nvSpPr>
      <dsp:spPr>
        <a:xfrm>
          <a:off x="3058609" y="2773457"/>
          <a:ext cx="2100288" cy="210028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Prikupiti dokaze o razmjenjivanju podataka između stranica i trećih strana (S.Dambra, 2022.)</a:t>
          </a:r>
          <a:endParaRPr lang="en-US" sz="1800" kern="1200"/>
        </a:p>
      </dsp:txBody>
      <dsp:txXfrm>
        <a:off x="3161137" y="2875985"/>
        <a:ext cx="1895232" cy="18952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892DF-7855-4F60-B50D-16373322AB86}">
      <dsp:nvSpPr>
        <dsp:cNvPr id="0" name=""/>
        <dsp:cNvSpPr/>
      </dsp:nvSpPr>
      <dsp:spPr>
        <a:xfrm>
          <a:off x="989988" y="1640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GDPR (EU uredba) zahtijeva jasan pristanak korisnika prije pohrane kolačića ili drugih podataka.</a:t>
          </a:r>
          <a:endParaRPr lang="en-US" sz="1900" kern="1200"/>
        </a:p>
      </dsp:txBody>
      <dsp:txXfrm>
        <a:off x="989988" y="1640"/>
        <a:ext cx="2765832" cy="1659499"/>
      </dsp:txXfrm>
    </dsp:sp>
    <dsp:sp modelId="{64DA0490-6B21-4C31-A06C-7DFCFD37928E}">
      <dsp:nvSpPr>
        <dsp:cNvPr id="0" name=""/>
        <dsp:cNvSpPr/>
      </dsp:nvSpPr>
      <dsp:spPr>
        <a:xfrm>
          <a:off x="4032404" y="1640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Pojava „cookie banner fatigue“ – korisnici često automatski kliknu „Prihvati sve“ bez čitanja uvjeta.</a:t>
          </a:r>
          <a:endParaRPr lang="en-US" sz="1900" kern="1200"/>
        </a:p>
      </dsp:txBody>
      <dsp:txXfrm>
        <a:off x="4032404" y="1640"/>
        <a:ext cx="2765832" cy="1659499"/>
      </dsp:txXfrm>
    </dsp:sp>
    <dsp:sp modelId="{0054513E-FFEA-481D-921A-2EBF58BA9D12}">
      <dsp:nvSpPr>
        <dsp:cNvPr id="0" name=""/>
        <dsp:cNvSpPr/>
      </dsp:nvSpPr>
      <dsp:spPr>
        <a:xfrm>
          <a:off x="7074820" y="1640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Etika praćenja: potrebno je pronaći ravnotežu između personalizacije sadržaja i zaštite privatnosti korisnika.</a:t>
          </a:r>
          <a:endParaRPr lang="en-US" sz="1900" kern="1200"/>
        </a:p>
      </dsp:txBody>
      <dsp:txXfrm>
        <a:off x="7074820" y="1640"/>
        <a:ext cx="2765832" cy="1659499"/>
      </dsp:txXfrm>
    </dsp:sp>
    <dsp:sp modelId="{E8D3C6E8-6E40-4963-B3D4-47C2CEF83FAA}">
      <dsp:nvSpPr>
        <dsp:cNvPr id="0" name=""/>
        <dsp:cNvSpPr/>
      </dsp:nvSpPr>
      <dsp:spPr>
        <a:xfrm>
          <a:off x="2511196" y="1937723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Nepoštivanje GDPR-a može rezultirati novčanim kaznama i reputacijskom štetom za organizacije.</a:t>
          </a:r>
          <a:endParaRPr lang="en-US" sz="1900" kern="1200"/>
        </a:p>
      </dsp:txBody>
      <dsp:txXfrm>
        <a:off x="2511196" y="1937723"/>
        <a:ext cx="2765832" cy="1659499"/>
      </dsp:txXfrm>
    </dsp:sp>
    <dsp:sp modelId="{C9C81FCF-5735-4F54-805A-4E00422E658F}">
      <dsp:nvSpPr>
        <dsp:cNvPr id="0" name=""/>
        <dsp:cNvSpPr/>
      </dsp:nvSpPr>
      <dsp:spPr>
        <a:xfrm>
          <a:off x="5553612" y="1937723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Sve veći naglasak stavlja se na transparentnost i odgovornost u obradi korisničkih podataka.</a:t>
          </a:r>
          <a:endParaRPr lang="en-US" sz="1900" kern="1200"/>
        </a:p>
      </dsp:txBody>
      <dsp:txXfrm>
        <a:off x="5553612" y="1937723"/>
        <a:ext cx="2765832" cy="1659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6749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1616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041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083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316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1438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675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6277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699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8470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82488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496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04118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80224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9331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11382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516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82577-B61A-40AC-9556-CA89460B9174}" type="datetimeFigureOut">
              <a:rPr lang="hr-HR" smtClean="0"/>
              <a:t>10.11.2025.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CC057-E50D-47FB-9B16-2FCC24484C8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60336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2979-025-03921-6" TargetMode="External"/><Relationship Id="rId2" Type="http://schemas.openxmlformats.org/officeDocument/2006/relationships/hyperlink" Target="https://dl.acm.org/doi/10.1145/2976749.297831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10.1145/3321705.3329806" TargetMode="External"/><Relationship Id="rId5" Type="http://schemas.openxmlformats.org/officeDocument/2006/relationships/hyperlink" Target="https://arxiv.org/abs/2410.12605" TargetMode="External"/><Relationship Id="rId4" Type="http://schemas.openxmlformats.org/officeDocument/2006/relationships/hyperlink" Target="https://www.usenix.org/conference/usenixsecurity22/presentation/damb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54CE597B-4091-B4B5-47A9-1994014BD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br>
              <a:rPr lang="hr-HR" sz="5000"/>
            </a:br>
            <a:r>
              <a:rPr lang="hr-HR" sz="5000"/>
              <a:t>Forenzika praćenja weba: Otkrivanje i analiza načina na koji kolačići i skripte prate korisnike na webu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4512E6D9-BC7D-A42B-00B9-C3CE3FDCA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3933" y="4233672"/>
            <a:ext cx="8144134" cy="101733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hr-HR" sz="1400" dirty="0"/>
              <a:t>Kolegij: Sigurnost informacijskih sustava</a:t>
            </a:r>
          </a:p>
          <a:p>
            <a:pPr algn="ctr"/>
            <a:br>
              <a:rPr lang="hr-HR" sz="1400" dirty="0"/>
            </a:br>
            <a:r>
              <a:rPr lang="hr-HR" sz="1400" dirty="0"/>
              <a:t>Izradili: Jakov Bišćan, Anamarija Ivančan, Karlo Jurič, Gabriel Vesel</a:t>
            </a:r>
          </a:p>
        </p:txBody>
      </p:sp>
    </p:spTree>
    <p:extLst>
      <p:ext uri="{BB962C8B-B14F-4D97-AF65-F5344CB8AC3E}">
        <p14:creationId xmlns:p14="http://schemas.microsoft.com/office/powerpoint/2010/main" val="381610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82A505-B166-C7DC-3114-07AC007B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3EFD35F-F35F-6039-F07B-54508FDAD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hr-HR" dirty="0"/>
              <a:t>Uvod</a:t>
            </a:r>
          </a:p>
          <a:p>
            <a:r>
              <a:rPr lang="hr-HR" dirty="0"/>
              <a:t>Praćenje korisnika putem kolačića </a:t>
            </a:r>
          </a:p>
          <a:p>
            <a:r>
              <a:rPr lang="hr-HR" dirty="0"/>
              <a:t>First-party kolačići </a:t>
            </a:r>
          </a:p>
          <a:p>
            <a:r>
              <a:rPr lang="hr-HR" dirty="0"/>
              <a:t>Third-party kolačići </a:t>
            </a:r>
          </a:p>
          <a:p>
            <a:r>
              <a:rPr lang="hr-HR" dirty="0"/>
              <a:t>Forenzička web praćenja</a:t>
            </a:r>
          </a:p>
          <a:p>
            <a:r>
              <a:rPr lang="hr-HR" dirty="0"/>
              <a:t>Svrha forenzičke aktivnosti</a:t>
            </a:r>
          </a:p>
          <a:p>
            <a:r>
              <a:rPr lang="hr-HR" dirty="0"/>
              <a:t>Rezultati forenzičke analize</a:t>
            </a:r>
          </a:p>
          <a:p>
            <a:r>
              <a:rPr lang="hr-HR" dirty="0"/>
              <a:t>Plan za praktični dio</a:t>
            </a:r>
          </a:p>
          <a:p>
            <a:r>
              <a:rPr lang="hr-HR" dirty="0"/>
              <a:t>Cilj praktičnog dijela</a:t>
            </a:r>
          </a:p>
          <a:p>
            <a:r>
              <a:rPr lang="hr-HR" dirty="0"/>
              <a:t>Analiza mrežnog prometa</a:t>
            </a:r>
          </a:p>
          <a:p>
            <a:r>
              <a:rPr lang="hr-HR" dirty="0" err="1"/>
              <a:t>Backend</a:t>
            </a:r>
            <a:endParaRPr lang="hr-HR" dirty="0"/>
          </a:p>
          <a:p>
            <a:r>
              <a:rPr lang="hr-HR" dirty="0"/>
              <a:t>Detekcija i klasifikacija</a:t>
            </a:r>
          </a:p>
          <a:p>
            <a:r>
              <a:rPr lang="hr-HR" dirty="0"/>
              <a:t>Vizualizacija i izvještavanje </a:t>
            </a:r>
          </a:p>
          <a:p>
            <a:r>
              <a:rPr lang="hr-HR" dirty="0"/>
              <a:t>Očekivani problemi </a:t>
            </a:r>
          </a:p>
          <a:p>
            <a:r>
              <a:rPr lang="hr-HR" dirty="0"/>
              <a:t>Literatura</a:t>
            </a:r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9999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AD62056-F312-786D-9A42-EA533D5F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80BED40-05ED-DC91-681C-BFD60CB2B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438831"/>
          </a:xfrm>
        </p:spPr>
        <p:txBody>
          <a:bodyPr>
            <a:normAutofit/>
          </a:bodyPr>
          <a:lstStyle/>
          <a:p>
            <a:r>
              <a:rPr lang="hr-HR" dirty="0"/>
              <a:t>Web praćenje – način na koji web stranice prikupljaju informacije o korisnicima</a:t>
            </a:r>
          </a:p>
          <a:p>
            <a:r>
              <a:rPr lang="hr-HR" dirty="0"/>
              <a:t>Mehanizmi prikupljanja informacija mogu narušiti privatnost </a:t>
            </a:r>
          </a:p>
          <a:p>
            <a:pPr marL="0" indent="0">
              <a:buNone/>
            </a:pPr>
            <a:r>
              <a:rPr lang="hr-HR" dirty="0"/>
              <a:t>(S. </a:t>
            </a:r>
            <a:r>
              <a:rPr lang="hr-HR" dirty="0" err="1"/>
              <a:t>Englehardt</a:t>
            </a:r>
            <a:r>
              <a:rPr lang="hr-HR" dirty="0"/>
              <a:t>, A. </a:t>
            </a:r>
            <a:r>
              <a:rPr lang="hr-HR" dirty="0" err="1"/>
              <a:t>Narayanan</a:t>
            </a:r>
            <a:r>
              <a:rPr lang="hr-HR" dirty="0"/>
              <a:t>, 2016). </a:t>
            </a:r>
          </a:p>
          <a:p>
            <a:r>
              <a:rPr lang="hr-HR" dirty="0"/>
              <a:t>Web forenzika – analiza artefakata nastalih korištenjem web preglednika (R.R. </a:t>
            </a:r>
            <a:r>
              <a:rPr lang="hr-HR" dirty="0" err="1"/>
              <a:t>Chand</a:t>
            </a:r>
            <a:r>
              <a:rPr lang="hr-HR" dirty="0"/>
              <a:t>, N.A. </a:t>
            </a:r>
            <a:r>
              <a:rPr lang="hr-HR" dirty="0" err="1"/>
              <a:t>Sharma</a:t>
            </a:r>
            <a:r>
              <a:rPr lang="hr-HR" dirty="0"/>
              <a:t>, M.A. </a:t>
            </a:r>
            <a:r>
              <a:rPr lang="hr-HR" dirty="0" err="1"/>
              <a:t>Kabir</a:t>
            </a:r>
            <a:r>
              <a:rPr lang="hr-HR" dirty="0"/>
              <a:t>, 2025).</a:t>
            </a:r>
          </a:p>
          <a:p>
            <a:r>
              <a:rPr lang="hr-HR" dirty="0"/>
              <a:t>U današnjem digitalnom okruženju gotovo svaka stranica koristi kolačiće i skripte za praćenje.</a:t>
            </a:r>
          </a:p>
          <a:p>
            <a:r>
              <a:rPr lang="hr-HR" dirty="0"/>
              <a:t>Cilj ovog projekta je otkriti, analizirati i prikazati kako ti mehanizmi prate korisnika te procijeniti njihove forenzičke tragove.</a:t>
            </a:r>
          </a:p>
        </p:txBody>
      </p:sp>
    </p:spTree>
    <p:extLst>
      <p:ext uri="{BB962C8B-B14F-4D97-AF65-F5344CB8AC3E}">
        <p14:creationId xmlns:p14="http://schemas.microsoft.com/office/powerpoint/2010/main" val="145522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6100CAC-2B62-C640-4DF9-5D09C552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hr-HR" sz="4400"/>
              <a:t>Praćenje korisnika putem kolačića 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4D93B680-6F2C-B422-C29E-0807E4B0FA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52787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1663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868B74E-8602-6408-B7E8-B174966D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hr-HR" dirty="0"/>
              <a:t>First-party kolačići 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C74E6ED0-4F32-BEB2-0D39-1C15431E4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650147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445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368643E-9D7B-9E6D-7EC8-1B65F3C57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hr-HR" dirty="0"/>
              <a:t>Third-party kolačići 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27C260D2-6DDB-0B65-B221-6C79B76C3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010710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71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4CCC-6A79-6C7B-6221-E5E7D5F5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Skripte i druge metode praćenja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32B18-EF91-399A-2155-86A6A0147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46016"/>
            <a:ext cx="9613861" cy="4420543"/>
          </a:xfrm>
        </p:spPr>
        <p:txBody>
          <a:bodyPr>
            <a:normAutofit fontScale="92500"/>
          </a:bodyPr>
          <a:lstStyle/>
          <a:p>
            <a:r>
              <a:rPr lang="hr-HR" dirty="0"/>
              <a:t>Web stranice osim kolačića koriste i JavaScript skripte za prikupljanje podataka.</a:t>
            </a:r>
          </a:p>
          <a:p>
            <a:r>
              <a:rPr lang="hr-HR" dirty="0"/>
              <a:t>Skripte bilježe klikove, trajanje posjete, pokrete miša i šalju podatke trećim stranama.</a:t>
            </a:r>
          </a:p>
          <a:p>
            <a:r>
              <a:rPr lang="hr-HR" dirty="0"/>
              <a:t>Najčešći primjeri: Google Analytics, Facebook </a:t>
            </a:r>
            <a:r>
              <a:rPr lang="hr-HR" dirty="0" err="1"/>
              <a:t>Pixel</a:t>
            </a:r>
            <a:r>
              <a:rPr lang="hr-HR" dirty="0"/>
              <a:t>, </a:t>
            </a:r>
            <a:r>
              <a:rPr lang="hr-HR" dirty="0" err="1"/>
              <a:t>TikTok</a:t>
            </a:r>
            <a:r>
              <a:rPr lang="hr-HR" dirty="0"/>
              <a:t> Analytics.</a:t>
            </a:r>
          </a:p>
          <a:p>
            <a:r>
              <a:rPr lang="hr-HR" dirty="0"/>
              <a:t>Omogućuju praćenje i kada su kolačići onemogućeni ili izbrisani.</a:t>
            </a:r>
          </a:p>
          <a:p>
            <a:r>
              <a:rPr lang="hr-HR" dirty="0"/>
              <a:t>Napredne tehnike praćenja:</a:t>
            </a:r>
          </a:p>
          <a:p>
            <a:pPr lvl="1"/>
            <a:r>
              <a:rPr lang="hr-HR" dirty="0"/>
              <a:t>Browser </a:t>
            </a:r>
            <a:r>
              <a:rPr lang="hr-HR" dirty="0" err="1"/>
              <a:t>fingerprinting</a:t>
            </a:r>
            <a:r>
              <a:rPr lang="hr-HR" dirty="0"/>
              <a:t> – identifikacija korisnika po karakteristikama uređaja i preglednika.</a:t>
            </a:r>
          </a:p>
          <a:p>
            <a:pPr lvl="1"/>
            <a:r>
              <a:rPr lang="hr-HR" dirty="0" err="1"/>
              <a:t>Tracking</a:t>
            </a:r>
            <a:r>
              <a:rPr lang="hr-HR" dirty="0"/>
              <a:t> </a:t>
            </a:r>
            <a:r>
              <a:rPr lang="hr-HR" dirty="0" err="1"/>
              <a:t>pixels</a:t>
            </a:r>
            <a:r>
              <a:rPr lang="hr-HR" dirty="0"/>
              <a:t> (web </a:t>
            </a:r>
            <a:r>
              <a:rPr lang="hr-HR" dirty="0" err="1"/>
              <a:t>beacons</a:t>
            </a:r>
            <a:r>
              <a:rPr lang="hr-HR" dirty="0"/>
              <a:t>) – nevidljive slike koje bilježe otvaranje stranice.</a:t>
            </a:r>
          </a:p>
          <a:p>
            <a:pPr lvl="1"/>
            <a:r>
              <a:rPr lang="hr-HR" dirty="0" err="1"/>
              <a:t>Local</a:t>
            </a:r>
            <a:r>
              <a:rPr lang="hr-HR" dirty="0"/>
              <a:t> </a:t>
            </a:r>
            <a:r>
              <a:rPr lang="hr-HR" dirty="0" err="1"/>
              <a:t>storage</a:t>
            </a:r>
            <a:r>
              <a:rPr lang="hr-HR" dirty="0"/>
              <a:t> / </a:t>
            </a:r>
            <a:r>
              <a:rPr lang="hr-HR" dirty="0" err="1"/>
              <a:t>supercookies</a:t>
            </a:r>
            <a:r>
              <a:rPr lang="hr-HR" dirty="0"/>
              <a:t> – trajne pohrane podataka koje ostaju i nakon brisanja kolačića.</a:t>
            </a:r>
          </a:p>
        </p:txBody>
      </p:sp>
    </p:spTree>
    <p:extLst>
      <p:ext uri="{BB962C8B-B14F-4D97-AF65-F5344CB8AC3E}">
        <p14:creationId xmlns:p14="http://schemas.microsoft.com/office/powerpoint/2010/main" val="404646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46CD4-9C96-6B74-EA5E-37C8FC69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hr-HR" sz="4400"/>
              <a:t>Posljedice praćenja i utjecaj na privatnost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65A205-C646-7CDA-0BAA-6F8F5D5A5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828320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2143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1AA7605-F138-9F29-74F5-8D03B753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Forenzička web praćenja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ECCF5BE-A41E-EFCC-492B-E7DBF59B0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Proučava tko, kada i kako prati korisnika </a:t>
            </a:r>
          </a:p>
          <a:p>
            <a:r>
              <a:rPr lang="hr-HR" dirty="0"/>
              <a:t>Analizom kolačića moguće rekonstruirati mrežne veze (</a:t>
            </a:r>
            <a:r>
              <a:rPr lang="hr-HR" dirty="0" err="1"/>
              <a:t>S.Dambra</a:t>
            </a:r>
            <a:r>
              <a:rPr lang="hr-HR" dirty="0"/>
              <a:t>, 2022.)</a:t>
            </a:r>
          </a:p>
          <a:p>
            <a:r>
              <a:rPr lang="hr-HR" dirty="0"/>
              <a:t>Prikupljanje i analiza mrežnog prometa omogućena putem alata</a:t>
            </a:r>
          </a:p>
          <a:p>
            <a:r>
              <a:rPr lang="hr-HR" dirty="0"/>
              <a:t>Cilj: utvrditi koje su web stranice pratile korisnika i koje podatke su prenosile.</a:t>
            </a:r>
          </a:p>
          <a:p>
            <a:r>
              <a:rPr lang="hr-HR" dirty="0"/>
              <a:t>Forenzički alati:  </a:t>
            </a:r>
            <a:r>
              <a:rPr lang="hr-HR" dirty="0" err="1"/>
              <a:t>OpenWPM</a:t>
            </a:r>
            <a:r>
              <a:rPr lang="hr-HR" dirty="0"/>
              <a:t>, </a:t>
            </a:r>
            <a:r>
              <a:rPr lang="hr-HR" dirty="0" err="1"/>
              <a:t>Whireshark</a:t>
            </a:r>
            <a:r>
              <a:rPr lang="hr-HR" dirty="0"/>
              <a:t>, </a:t>
            </a:r>
            <a:r>
              <a:rPr lang="hr-HR" dirty="0" err="1"/>
              <a:t>tshark</a:t>
            </a:r>
            <a:r>
              <a:rPr lang="hr-HR" dirty="0"/>
              <a:t>, </a:t>
            </a:r>
            <a:r>
              <a:rPr lang="hr-HR" dirty="0" err="1"/>
              <a:t>mirmproxy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87643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754EACC-6A9D-6623-BBE2-B1E3775E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hr-HR" sz="4400"/>
              <a:t>Svrha forenzičke aktivnosti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8495C449-8917-6288-8546-A5C21D10F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9525163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6818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BDEFAC-9656-4204-DA28-4678FE1F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Rezultati forenzičke analize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E81F170-A899-9F9A-EEE5-2A2617D58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Popis skripti koje sudjeluju u praćenju</a:t>
            </a:r>
          </a:p>
          <a:p>
            <a:r>
              <a:rPr lang="hr-HR" dirty="0"/>
              <a:t>Statistika učestalosti praćenja</a:t>
            </a:r>
          </a:p>
          <a:p>
            <a:r>
              <a:rPr lang="hr-HR" dirty="0"/>
              <a:t>Mrežni graf povezanih web stranica i </a:t>
            </a:r>
            <a:r>
              <a:rPr lang="hr-HR" dirty="0" err="1"/>
              <a:t>trackera</a:t>
            </a:r>
            <a:r>
              <a:rPr lang="hr-HR" dirty="0"/>
              <a:t> </a:t>
            </a:r>
          </a:p>
          <a:p>
            <a:r>
              <a:rPr lang="hr-HR" dirty="0"/>
              <a:t>Procjena rizika i privatnosti </a:t>
            </a:r>
          </a:p>
          <a:p>
            <a:r>
              <a:rPr lang="hr-HR" dirty="0"/>
              <a:t>Dokazivanje narušavanja GDPR-a (</a:t>
            </a:r>
            <a:r>
              <a:rPr lang="hr-HR" dirty="0" err="1"/>
              <a:t>S.Rola</a:t>
            </a:r>
            <a:r>
              <a:rPr lang="hr-HR" dirty="0"/>
              <a:t>, 2021.)</a:t>
            </a:r>
          </a:p>
        </p:txBody>
      </p:sp>
    </p:spTree>
    <p:extLst>
      <p:ext uri="{BB962C8B-B14F-4D97-AF65-F5344CB8AC3E}">
        <p14:creationId xmlns:p14="http://schemas.microsoft.com/office/powerpoint/2010/main" val="2007354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85A5-46A0-F679-24AE-7EC76DF3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hr-HR" dirty="0"/>
              <a:t>Zakonski i etički aspekti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FD96C1-E670-EA66-9A74-0D5DAAE9A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752535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955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6F058BF-5ABD-BCB1-CBC2-55307EFB4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Plan za praktični dio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5EEF74F-2368-4461-505C-7817401BA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13928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DC9BD3-4F2D-6348-DCE0-21EB6FAF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 praktičnog dijela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F140294-112A-9438-BB64-21939F3BD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r-HR" dirty="0"/>
              <a:t>Cilj projekta je </a:t>
            </a:r>
            <a:r>
              <a:rPr lang="hr-HR" b="1" dirty="0"/>
              <a:t>razviti framework za analizu web trackinga i privatnosti korisnika</a:t>
            </a:r>
            <a:r>
              <a:rPr lang="hr-HR" dirty="0"/>
              <a:t> koji omogućuje:</a:t>
            </a:r>
          </a:p>
          <a:p>
            <a:r>
              <a:rPr lang="hr-HR" b="1" dirty="0"/>
              <a:t>Praćenje i snimanje mrežnog prometa</a:t>
            </a:r>
            <a:r>
              <a:rPr lang="hr-HR" dirty="0"/>
              <a:t> pomoću alata </a:t>
            </a:r>
            <a:r>
              <a:rPr lang="hr-HR" i="1" dirty="0"/>
              <a:t>mitmproxy</a:t>
            </a:r>
            <a:r>
              <a:rPr lang="hr-HR" dirty="0"/>
              <a:t> radi identifikacije zahtjeva, odgovora i kolačića koje web stranice postavljaju.</a:t>
            </a:r>
          </a:p>
          <a:p>
            <a:r>
              <a:rPr lang="hr-HR" b="1" dirty="0"/>
              <a:t>Klasifikaciju kolačića i trackera</a:t>
            </a:r>
            <a:r>
              <a:rPr lang="hr-HR" dirty="0"/>
              <a:t> uz pomoć </a:t>
            </a:r>
            <a:r>
              <a:rPr lang="hr-HR" i="1" dirty="0"/>
              <a:t>tldextract</a:t>
            </a:r>
            <a:r>
              <a:rPr lang="hr-HR" dirty="0"/>
              <a:t> biblioteke i poznatih blocklista (</a:t>
            </a:r>
            <a:r>
              <a:rPr lang="hr-HR" i="1" dirty="0"/>
              <a:t>EasyList</a:t>
            </a:r>
            <a:r>
              <a:rPr lang="hr-HR" dirty="0"/>
              <a:t>, </a:t>
            </a:r>
            <a:r>
              <a:rPr lang="hr-HR" i="1" dirty="0"/>
              <a:t>Disconnect</a:t>
            </a:r>
            <a:r>
              <a:rPr lang="hr-HR" dirty="0"/>
              <a:t>) s ciljem razlikovanja </a:t>
            </a:r>
            <a:r>
              <a:rPr lang="hr-HR" i="1" dirty="0"/>
              <a:t>first-party</a:t>
            </a:r>
            <a:r>
              <a:rPr lang="hr-HR" dirty="0"/>
              <a:t> i </a:t>
            </a:r>
            <a:r>
              <a:rPr lang="hr-HR" i="1" dirty="0"/>
              <a:t>third-party</a:t>
            </a:r>
            <a:r>
              <a:rPr lang="hr-HR" dirty="0"/>
              <a:t> domena.</a:t>
            </a:r>
          </a:p>
          <a:p>
            <a:r>
              <a:rPr lang="hr-HR" b="1" dirty="0"/>
              <a:t>Detekciju fingerprintinga</a:t>
            </a:r>
            <a:r>
              <a:rPr lang="hr-HR" dirty="0"/>
              <a:t> analizom JavaScript skripti te označavanje stranica koje koriste cookie-less metode praćenja.</a:t>
            </a:r>
          </a:p>
          <a:p>
            <a:r>
              <a:rPr lang="hr-HR" b="1" dirty="0"/>
              <a:t>Pohranu podataka</a:t>
            </a:r>
            <a:r>
              <a:rPr lang="hr-HR" dirty="0"/>
              <a:t> u strukturiranu </a:t>
            </a:r>
            <a:r>
              <a:rPr lang="hr-HR" i="1" dirty="0"/>
              <a:t>SQLite</a:t>
            </a:r>
            <a:r>
              <a:rPr lang="hr-HR" dirty="0"/>
              <a:t> bazu radi kasnije forenzičke analize i usporedbe.</a:t>
            </a:r>
          </a:p>
          <a:p>
            <a:r>
              <a:rPr lang="hr-HR" b="1" dirty="0"/>
              <a:t>Vizualizaciju odnosa između stranica i trackera</a:t>
            </a:r>
            <a:r>
              <a:rPr lang="hr-HR" dirty="0"/>
              <a:t> pomoću alata </a:t>
            </a:r>
            <a:r>
              <a:rPr lang="hr-HR" i="1" dirty="0"/>
              <a:t>D3.js</a:t>
            </a:r>
            <a:r>
              <a:rPr lang="hr-HR" dirty="0"/>
              <a:t>, uz kategorizaciju trackera (advertising, analytics, social media, itd.).</a:t>
            </a:r>
          </a:p>
          <a:p>
            <a:r>
              <a:rPr lang="hr-HR" b="1" dirty="0"/>
              <a:t>Generiranje PDF izvještaja</a:t>
            </a:r>
            <a:r>
              <a:rPr lang="hr-HR" dirty="0"/>
              <a:t> za svaku analiziranu stranicu koji prikazuje razinu praćenja (tracking intensity) i detalje o otkrivenim trackerima.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5010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Network Traffic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Promet se snima pomoću </a:t>
            </a:r>
            <a:r>
              <a:rPr lang="hr-HR" b="1" dirty="0"/>
              <a:t>mitmproxy</a:t>
            </a:r>
            <a:r>
              <a:rPr lang="hr-HR" dirty="0"/>
              <a:t> alata.</a:t>
            </a:r>
          </a:p>
          <a:p>
            <a:r>
              <a:rPr lang="hr-HR" b="1" dirty="0"/>
              <a:t>Python add-on</a:t>
            </a:r>
            <a:r>
              <a:rPr lang="hr-HR" dirty="0"/>
              <a:t> skripta izvlači:</a:t>
            </a:r>
          </a:p>
          <a:p>
            <a:pPr lvl="1"/>
            <a:r>
              <a:rPr lang="hr-HR" dirty="0"/>
              <a:t>HTTP request/response zaglavlja</a:t>
            </a:r>
          </a:p>
          <a:p>
            <a:pPr lvl="1"/>
            <a:r>
              <a:rPr lang="hr-HR" dirty="0"/>
              <a:t>Set-Cookie podatke</a:t>
            </a:r>
          </a:p>
          <a:p>
            <a:pPr lvl="1"/>
            <a:r>
              <a:rPr lang="hr-HR" dirty="0"/>
              <a:t>Tijela zahtjeva i odgovora</a:t>
            </a:r>
          </a:p>
          <a:p>
            <a:r>
              <a:rPr lang="hr-HR" dirty="0"/>
              <a:t>Koristi se </a:t>
            </a:r>
            <a:r>
              <a:rPr lang="hr-HR" b="1" dirty="0"/>
              <a:t>tldextract</a:t>
            </a:r>
            <a:r>
              <a:rPr lang="hr-HR" dirty="0"/>
              <a:t> za analizu domena.</a:t>
            </a:r>
          </a:p>
          <a:p>
            <a:r>
              <a:rPr lang="hr-HR" dirty="0"/>
              <a:t>Ako se domena stranice i kolačića razlikuju → označava se kao </a:t>
            </a:r>
            <a:r>
              <a:rPr lang="hr-HR" b="1" dirty="0"/>
              <a:t>third-party cookie</a:t>
            </a:r>
            <a:r>
              <a:rPr lang="hr-H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and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Dizajn</a:t>
            </a:r>
            <a:r>
              <a:rPr dirty="0"/>
              <a:t> SQLite </a:t>
            </a:r>
            <a:r>
              <a:rPr dirty="0" err="1"/>
              <a:t>baze</a:t>
            </a:r>
            <a:r>
              <a:rPr dirty="0"/>
              <a:t> za </a:t>
            </a:r>
            <a:r>
              <a:rPr dirty="0" err="1"/>
              <a:t>pohranu</a:t>
            </a:r>
            <a:r>
              <a:rPr dirty="0"/>
              <a:t> </a:t>
            </a:r>
            <a:r>
              <a:rPr dirty="0" err="1"/>
              <a:t>svih</a:t>
            </a:r>
            <a:r>
              <a:rPr dirty="0"/>
              <a:t> </a:t>
            </a:r>
            <a:r>
              <a:rPr dirty="0" err="1"/>
              <a:t>podataka</a:t>
            </a:r>
            <a:endParaRPr dirty="0"/>
          </a:p>
          <a:p>
            <a:r>
              <a:rPr dirty="0" err="1"/>
              <a:t>Tablice</a:t>
            </a:r>
            <a:r>
              <a:rPr dirty="0"/>
              <a:t>: Pages, Requests, Responses, Cookies, Trackers, Mapping</a:t>
            </a:r>
            <a:endParaRPr lang="hr-HR" dirty="0"/>
          </a:p>
          <a:p>
            <a:r>
              <a:rPr lang="hr-HR" b="1" dirty="0"/>
              <a:t>Cookies</a:t>
            </a:r>
            <a:r>
              <a:rPr lang="hr-HR" dirty="0"/>
              <a:t> tablica pohranjuje i oznaku je li kolačić </a:t>
            </a:r>
            <a:r>
              <a:rPr lang="hr-HR" i="1" dirty="0"/>
              <a:t>first</a:t>
            </a:r>
            <a:r>
              <a:rPr lang="hr-HR" dirty="0"/>
              <a:t> ili </a:t>
            </a:r>
            <a:r>
              <a:rPr lang="hr-HR" i="1" dirty="0"/>
              <a:t>third-party</a:t>
            </a:r>
            <a:r>
              <a:rPr lang="hr-HR" dirty="0"/>
              <a:t>.</a:t>
            </a:r>
            <a:endParaRPr dirty="0"/>
          </a:p>
          <a:p>
            <a:r>
              <a:rPr dirty="0"/>
              <a:t>Trackers </a:t>
            </a:r>
            <a:r>
              <a:rPr dirty="0" err="1"/>
              <a:t>preuzeti</a:t>
            </a:r>
            <a:r>
              <a:rPr dirty="0"/>
              <a:t> </a:t>
            </a:r>
            <a:r>
              <a:rPr dirty="0" err="1"/>
              <a:t>iz</a:t>
            </a:r>
            <a:r>
              <a:rPr dirty="0"/>
              <a:t> </a:t>
            </a:r>
            <a:r>
              <a:rPr dirty="0" err="1"/>
              <a:t>EasyList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Disconnect </a:t>
            </a:r>
            <a:r>
              <a:rPr dirty="0" err="1"/>
              <a:t>blocklista</a:t>
            </a:r>
            <a:endParaRPr dirty="0"/>
          </a:p>
          <a:p>
            <a:r>
              <a:rPr dirty="0"/>
              <a:t>Mapping </a:t>
            </a:r>
            <a:r>
              <a:rPr dirty="0" err="1"/>
              <a:t>povezuje</a:t>
            </a:r>
            <a:r>
              <a:rPr dirty="0"/>
              <a:t> </a:t>
            </a:r>
            <a:r>
              <a:rPr dirty="0" err="1"/>
              <a:t>stranice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trackere</a:t>
            </a:r>
            <a:endParaRPr dirty="0"/>
          </a:p>
          <a:p>
            <a:r>
              <a:rPr dirty="0"/>
              <a:t>Python backend </a:t>
            </a:r>
            <a:r>
              <a:rPr dirty="0" err="1"/>
              <a:t>sprema</a:t>
            </a:r>
            <a:r>
              <a:rPr dirty="0"/>
              <a:t> </a:t>
            </a:r>
            <a:r>
              <a:rPr dirty="0" err="1"/>
              <a:t>podatke</a:t>
            </a:r>
            <a:r>
              <a:rPr dirty="0"/>
              <a:t> </a:t>
            </a:r>
            <a:r>
              <a:rPr dirty="0" err="1"/>
              <a:t>iz</a:t>
            </a:r>
            <a:r>
              <a:rPr dirty="0"/>
              <a:t> </a:t>
            </a:r>
            <a:r>
              <a:rPr dirty="0" err="1"/>
              <a:t>mitmproxyja</a:t>
            </a:r>
            <a:r>
              <a:rPr dirty="0"/>
              <a:t> u </a:t>
            </a:r>
            <a:r>
              <a:rPr dirty="0" err="1"/>
              <a:t>bazu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and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 </a:t>
            </a:r>
            <a:r>
              <a:rPr dirty="0" err="1"/>
              <a:t>bazi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klasificirani</a:t>
            </a:r>
            <a:r>
              <a:rPr dirty="0"/>
              <a:t> first-party </a:t>
            </a:r>
            <a:r>
              <a:rPr dirty="0" err="1"/>
              <a:t>i</a:t>
            </a:r>
            <a:r>
              <a:rPr dirty="0"/>
              <a:t> third-party </a:t>
            </a:r>
            <a:r>
              <a:rPr dirty="0" err="1"/>
              <a:t>kolačići</a:t>
            </a:r>
            <a:endParaRPr dirty="0"/>
          </a:p>
          <a:p>
            <a:r>
              <a:rPr dirty="0" err="1"/>
              <a:t>Detekcija</a:t>
            </a:r>
            <a:r>
              <a:rPr dirty="0"/>
              <a:t> </a:t>
            </a:r>
            <a:r>
              <a:rPr dirty="0" err="1"/>
              <a:t>fingerprintinga</a:t>
            </a:r>
            <a:r>
              <a:rPr dirty="0"/>
              <a:t> </a:t>
            </a:r>
            <a:r>
              <a:rPr dirty="0" err="1"/>
              <a:t>analizom</a:t>
            </a:r>
            <a:r>
              <a:rPr dirty="0"/>
              <a:t> JS </a:t>
            </a:r>
            <a:r>
              <a:rPr dirty="0" err="1"/>
              <a:t>skripti</a:t>
            </a:r>
            <a:r>
              <a:rPr dirty="0"/>
              <a:t> </a:t>
            </a:r>
            <a:endParaRPr lang="hr-HR" dirty="0"/>
          </a:p>
          <a:p>
            <a:r>
              <a:rPr dirty="0"/>
              <a:t>Ako se </a:t>
            </a:r>
            <a:r>
              <a:rPr dirty="0" err="1"/>
              <a:t>pronađu</a:t>
            </a:r>
            <a:r>
              <a:rPr dirty="0"/>
              <a:t> </a:t>
            </a:r>
            <a:r>
              <a:rPr dirty="0" err="1"/>
              <a:t>obrasci</a:t>
            </a:r>
            <a:r>
              <a:rPr dirty="0"/>
              <a:t> → </a:t>
            </a:r>
            <a:r>
              <a:rPr dirty="0" err="1"/>
              <a:t>postavlja</a:t>
            </a:r>
            <a:r>
              <a:rPr dirty="0"/>
              <a:t> se flag u </a:t>
            </a:r>
            <a:r>
              <a:rPr dirty="0" err="1"/>
              <a:t>tablici</a:t>
            </a:r>
            <a:r>
              <a:rPr dirty="0"/>
              <a:t> Pages</a:t>
            </a:r>
          </a:p>
          <a:p>
            <a:r>
              <a:rPr dirty="0" err="1"/>
              <a:t>Izračun</a:t>
            </a:r>
            <a:r>
              <a:rPr dirty="0"/>
              <a:t> tracking intensity:</a:t>
            </a:r>
            <a:endParaRPr lang="hr-HR" dirty="0"/>
          </a:p>
          <a:p>
            <a:pPr lvl="1"/>
            <a:r>
              <a:rPr lang="hr-HR" dirty="0"/>
              <a:t>Broj tracker domena</a:t>
            </a:r>
          </a:p>
          <a:p>
            <a:pPr lvl="1"/>
            <a:r>
              <a:rPr lang="hr-HR" dirty="0"/>
              <a:t>Broj third-party kolačića</a:t>
            </a:r>
          </a:p>
          <a:p>
            <a:pPr lvl="1"/>
            <a:r>
              <a:rPr dirty="0" err="1"/>
              <a:t>Prisutnost</a:t>
            </a:r>
            <a:r>
              <a:rPr dirty="0"/>
              <a:t> </a:t>
            </a:r>
            <a:r>
              <a:rPr dirty="0" err="1"/>
              <a:t>fingerprintinga</a:t>
            </a:r>
            <a:endParaRPr dirty="0"/>
          </a:p>
          <a:p>
            <a:r>
              <a:rPr dirty="0" err="1"/>
              <a:t>Svaka</a:t>
            </a:r>
            <a:r>
              <a:rPr dirty="0"/>
              <a:t> </a:t>
            </a:r>
            <a:r>
              <a:rPr dirty="0" err="1"/>
              <a:t>stranica</a:t>
            </a:r>
            <a:r>
              <a:rPr dirty="0"/>
              <a:t> </a:t>
            </a:r>
            <a:r>
              <a:rPr dirty="0" err="1"/>
              <a:t>dobiva</a:t>
            </a:r>
            <a:r>
              <a:rPr dirty="0"/>
              <a:t> score (</a:t>
            </a:r>
            <a:r>
              <a:rPr dirty="0" err="1"/>
              <a:t>intenzitet</a:t>
            </a:r>
            <a:r>
              <a:rPr dirty="0"/>
              <a:t> </a:t>
            </a:r>
            <a:r>
              <a:rPr dirty="0" err="1"/>
              <a:t>praćenja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and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Stranice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trackeri</a:t>
            </a:r>
            <a:r>
              <a:rPr dirty="0"/>
              <a:t> </a:t>
            </a:r>
            <a:r>
              <a:rPr dirty="0" err="1"/>
              <a:t>vizualizirani</a:t>
            </a:r>
            <a:r>
              <a:rPr dirty="0"/>
              <a:t> u </a:t>
            </a:r>
            <a:r>
              <a:rPr dirty="0" err="1"/>
              <a:t>grafu</a:t>
            </a:r>
            <a:r>
              <a:rPr dirty="0"/>
              <a:t> </a:t>
            </a:r>
            <a:r>
              <a:rPr dirty="0" err="1"/>
              <a:t>pomoću</a:t>
            </a:r>
            <a:r>
              <a:rPr dirty="0"/>
              <a:t> D3.js</a:t>
            </a:r>
          </a:p>
          <a:p>
            <a:r>
              <a:rPr dirty="0" err="1"/>
              <a:t>Svaki</a:t>
            </a:r>
            <a:r>
              <a:rPr dirty="0"/>
              <a:t> tracker </a:t>
            </a:r>
            <a:r>
              <a:rPr dirty="0" err="1"/>
              <a:t>ima</a:t>
            </a:r>
            <a:r>
              <a:rPr dirty="0"/>
              <a:t> </a:t>
            </a:r>
            <a:r>
              <a:rPr dirty="0" err="1"/>
              <a:t>kategoriju</a:t>
            </a:r>
            <a:r>
              <a:rPr dirty="0"/>
              <a:t> (advertising, analytics, social media)</a:t>
            </a:r>
          </a:p>
          <a:p>
            <a:r>
              <a:rPr dirty="0" err="1"/>
              <a:t>Prikaz</a:t>
            </a:r>
            <a:r>
              <a:rPr dirty="0"/>
              <a:t> </a:t>
            </a:r>
            <a:r>
              <a:rPr dirty="0" err="1"/>
              <a:t>odnosa</a:t>
            </a:r>
            <a:r>
              <a:rPr dirty="0"/>
              <a:t> site → tracker </a:t>
            </a:r>
            <a:r>
              <a:rPr dirty="0" err="1"/>
              <a:t>kroz</a:t>
            </a:r>
            <a:r>
              <a:rPr dirty="0"/>
              <a:t> </a:t>
            </a:r>
            <a:r>
              <a:rPr dirty="0" err="1"/>
              <a:t>interaktivni</a:t>
            </a:r>
            <a:r>
              <a:rPr dirty="0"/>
              <a:t> </a:t>
            </a:r>
            <a:r>
              <a:rPr dirty="0" err="1"/>
              <a:t>graf</a:t>
            </a:r>
            <a:endParaRPr dirty="0"/>
          </a:p>
          <a:p>
            <a:r>
              <a:rPr dirty="0"/>
              <a:t>Python </a:t>
            </a:r>
            <a:r>
              <a:rPr dirty="0" err="1"/>
              <a:t>skripta</a:t>
            </a:r>
            <a:r>
              <a:rPr dirty="0"/>
              <a:t> </a:t>
            </a:r>
            <a:r>
              <a:rPr dirty="0" err="1"/>
              <a:t>generira</a:t>
            </a:r>
            <a:r>
              <a:rPr dirty="0"/>
              <a:t> PDF </a:t>
            </a:r>
            <a:r>
              <a:rPr dirty="0" err="1"/>
              <a:t>izvještaj</a:t>
            </a:r>
            <a:r>
              <a:rPr dirty="0"/>
              <a:t>:</a:t>
            </a:r>
          </a:p>
          <a:p>
            <a:pPr lvl="1"/>
            <a:r>
              <a:rPr dirty="0" err="1"/>
              <a:t>Broj</a:t>
            </a:r>
            <a:r>
              <a:rPr dirty="0"/>
              <a:t> </a:t>
            </a:r>
            <a:r>
              <a:rPr dirty="0" err="1"/>
              <a:t>kolačića</a:t>
            </a:r>
            <a:r>
              <a:rPr dirty="0"/>
              <a:t>, </a:t>
            </a:r>
            <a:r>
              <a:rPr dirty="0" err="1"/>
              <a:t>kategorije</a:t>
            </a:r>
            <a:r>
              <a:rPr dirty="0"/>
              <a:t> </a:t>
            </a:r>
            <a:r>
              <a:rPr dirty="0" err="1"/>
              <a:t>trackera</a:t>
            </a:r>
            <a:r>
              <a:rPr dirty="0"/>
              <a:t>, fingerprinting flag, </a:t>
            </a:r>
            <a:r>
              <a:rPr dirty="0" err="1"/>
              <a:t>intenzitet</a:t>
            </a:r>
            <a:r>
              <a:rPr dirty="0"/>
              <a:t> </a:t>
            </a:r>
            <a:r>
              <a:rPr dirty="0" err="1"/>
              <a:t>praćenja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CE3B-5C60-C617-6499-D4FE69E9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Očekivani problemi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A50D-77B4-6A7C-944A-6D7A19221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Razlike između preglednika-  različito pohranjuju kolačiće </a:t>
            </a:r>
          </a:p>
          <a:p>
            <a:r>
              <a:rPr lang="hr-HR" dirty="0"/>
              <a:t>Performanse i točnost klasifikacije – mogućnost lažno pozitivnih rezultata </a:t>
            </a:r>
          </a:p>
          <a:p>
            <a:r>
              <a:rPr lang="hr-HR" dirty="0"/>
              <a:t>Fingerprinting i slične metode često su skrivene u minificiranim JavaScript skriptama, što otežava njihovo automatsko otkrivanje.</a:t>
            </a:r>
          </a:p>
        </p:txBody>
      </p:sp>
    </p:spTree>
    <p:extLst>
      <p:ext uri="{BB962C8B-B14F-4D97-AF65-F5344CB8AC3E}">
        <p14:creationId xmlns:p14="http://schemas.microsoft.com/office/powerpoint/2010/main" val="869567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B628CA6-4949-4A7A-9694-8D0920A7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Literatura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BC3F89A-4E44-BCBA-4F53-0A57F6D10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1600" dirty="0"/>
              <a:t>S. </a:t>
            </a:r>
            <a:r>
              <a:rPr lang="hr-HR" sz="1600" dirty="0" err="1"/>
              <a:t>Englehardt</a:t>
            </a:r>
            <a:r>
              <a:rPr lang="hr-HR" sz="1600" dirty="0"/>
              <a:t>, A. </a:t>
            </a:r>
            <a:r>
              <a:rPr lang="hr-HR" sz="1600" dirty="0" err="1"/>
              <a:t>Narayanan</a:t>
            </a:r>
            <a:r>
              <a:rPr lang="hr-HR" sz="1600" dirty="0"/>
              <a:t>. (2016). </a:t>
            </a:r>
            <a:r>
              <a:rPr lang="en-US" sz="1600" dirty="0"/>
              <a:t>Online Tracking: A 1-million-site Measurement and Analysis</a:t>
            </a:r>
            <a:r>
              <a:rPr lang="hr-HR" sz="1600" dirty="0"/>
              <a:t>. Preuzeto 4.11.2025. s: </a:t>
            </a:r>
            <a:r>
              <a:rPr lang="hr-HR" sz="1600" dirty="0">
                <a:hlinkClick r:id="rId2"/>
              </a:rPr>
              <a:t>https://dl.acm.org/doi/10.1145/2976749.2978313</a:t>
            </a:r>
            <a:r>
              <a:rPr lang="hr-HR" sz="1600" dirty="0"/>
              <a:t> </a:t>
            </a:r>
          </a:p>
          <a:p>
            <a:r>
              <a:rPr lang="hr-HR" sz="1600" dirty="0"/>
              <a:t>R.R. </a:t>
            </a:r>
            <a:r>
              <a:rPr lang="hr-HR" sz="1600" dirty="0" err="1"/>
              <a:t>Chand</a:t>
            </a:r>
            <a:r>
              <a:rPr lang="hr-HR" sz="1600" dirty="0"/>
              <a:t>, N.A. </a:t>
            </a:r>
            <a:r>
              <a:rPr lang="hr-HR" sz="1600" dirty="0" err="1"/>
              <a:t>Sharma</a:t>
            </a:r>
            <a:r>
              <a:rPr lang="hr-HR" sz="1600" dirty="0"/>
              <a:t>, M.A. </a:t>
            </a:r>
            <a:r>
              <a:rPr lang="hr-HR" sz="1600" dirty="0" err="1"/>
              <a:t>Kabir</a:t>
            </a:r>
            <a:r>
              <a:rPr lang="hr-HR" sz="1600" dirty="0"/>
              <a:t>. (2025). </a:t>
            </a:r>
            <a:r>
              <a:rPr lang="en-US" sz="1600" dirty="0"/>
              <a:t>Advancing Web Browser Forensics: Critical Evaluation of Emerging Tools and Techniques</a:t>
            </a:r>
            <a:r>
              <a:rPr lang="hr-HR" sz="1600" dirty="0"/>
              <a:t>. Preuzeto 4.11.2025. s: </a:t>
            </a:r>
            <a:r>
              <a:rPr lang="hr-HR" sz="1600" dirty="0">
                <a:hlinkClick r:id="rId3"/>
              </a:rPr>
              <a:t>https://link.springer.com/article/10.1007/s42979-025-03921-6</a:t>
            </a:r>
            <a:r>
              <a:rPr lang="hr-HR" sz="1600" dirty="0"/>
              <a:t> </a:t>
            </a:r>
          </a:p>
          <a:p>
            <a:r>
              <a:rPr lang="hr-HR" sz="1600" dirty="0"/>
              <a:t>S. </a:t>
            </a:r>
            <a:r>
              <a:rPr lang="hr-HR" sz="1600" dirty="0" err="1"/>
              <a:t>Dambra</a:t>
            </a:r>
            <a:r>
              <a:rPr lang="hr-HR" sz="1600" dirty="0"/>
              <a:t> ,(2022). </a:t>
            </a:r>
            <a:r>
              <a:rPr lang="en-US" sz="1600" dirty="0"/>
              <a:t>When Sally Met Trackers: Web Tracking From the Users' Perspective</a:t>
            </a:r>
            <a:r>
              <a:rPr lang="hr-HR" sz="1600" dirty="0"/>
              <a:t>. Preuzeto 5.11.2025. s: </a:t>
            </a:r>
            <a:r>
              <a:rPr lang="hr-HR" sz="1600" dirty="0">
                <a:hlinkClick r:id="rId4"/>
              </a:rPr>
              <a:t>https://www.usenix.org/conference/usenixsecurity22/presentation/dambra</a:t>
            </a:r>
            <a:r>
              <a:rPr lang="hr-HR" sz="1600" dirty="0"/>
              <a:t> </a:t>
            </a:r>
          </a:p>
          <a:p>
            <a:r>
              <a:rPr lang="hr-HR" sz="1600" dirty="0"/>
              <a:t>M. </a:t>
            </a:r>
            <a:r>
              <a:rPr lang="hr-HR" sz="1600" dirty="0" err="1"/>
              <a:t>AlZain</a:t>
            </a:r>
            <a:r>
              <a:rPr lang="hr-HR" sz="1600" dirty="0"/>
              <a:t>, (2024), </a:t>
            </a:r>
            <a:r>
              <a:rPr lang="en-US" sz="1600" dirty="0"/>
              <a:t>Advancing Web Browser Forensics: Critical Evaluation of Browser Artifacts.</a:t>
            </a:r>
            <a:r>
              <a:rPr lang="hr-HR" sz="1600" dirty="0"/>
              <a:t>. Preuzeto 5.11.2025. s: </a:t>
            </a:r>
            <a:r>
              <a:rPr lang="hr-HR" sz="1600" dirty="0">
                <a:hlinkClick r:id="rId5"/>
              </a:rPr>
              <a:t>https://arxiv.org/abs/2410.12605</a:t>
            </a:r>
            <a:r>
              <a:rPr lang="hr-HR" sz="1600" dirty="0"/>
              <a:t> </a:t>
            </a:r>
          </a:p>
          <a:p>
            <a:r>
              <a:rPr lang="hr-HR" sz="1600" dirty="0" err="1"/>
              <a:t>S.Rola</a:t>
            </a:r>
            <a:r>
              <a:rPr lang="hr-HR" sz="1600" dirty="0"/>
              <a:t>, (2019). </a:t>
            </a:r>
            <a:r>
              <a:rPr lang="en-US" sz="1600" dirty="0"/>
              <a:t>Can I opt out yet? GDPR and the global illusion of cookie control (ACM Asia CCS 2019)</a:t>
            </a:r>
            <a:r>
              <a:rPr lang="hr-HR" sz="1600" dirty="0"/>
              <a:t>. Preuzeto 5.11.2025. s: </a:t>
            </a:r>
            <a:r>
              <a:rPr lang="hr-HR" sz="1600" dirty="0">
                <a:hlinkClick r:id="rId6"/>
              </a:rPr>
              <a:t>https://dl.acm.org/doi/10.1145/3321705.3329806</a:t>
            </a:r>
            <a:r>
              <a:rPr lang="hr-H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837655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BB27D280A44E47B599273F18EA988F" ma:contentTypeVersion="12" ma:contentTypeDescription="Stvaranje novog dokumenta." ma:contentTypeScope="" ma:versionID="0d28a9d4d57e06400b6effc412415d99">
  <xsd:schema xmlns:xsd="http://www.w3.org/2001/XMLSchema" xmlns:xs="http://www.w3.org/2001/XMLSchema" xmlns:p="http://schemas.microsoft.com/office/2006/metadata/properties" xmlns:ns3="60502ca5-2df8-4b4f-973d-9d25bebbe271" targetNamespace="http://schemas.microsoft.com/office/2006/metadata/properties" ma:root="true" ma:fieldsID="d788997455cc52f97c42104bb17d5c9b" ns3:_="">
    <xsd:import namespace="60502ca5-2df8-4b4f-973d-9d25bebbe2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502ca5-2df8-4b4f-973d-9d25bebbe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502ca5-2df8-4b4f-973d-9d25bebbe271" xsi:nil="true"/>
  </documentManagement>
</p:properties>
</file>

<file path=customXml/itemProps1.xml><?xml version="1.0" encoding="utf-8"?>
<ds:datastoreItem xmlns:ds="http://schemas.openxmlformats.org/officeDocument/2006/customXml" ds:itemID="{85C562A1-6B9E-4EA1-AAFC-F55D2D473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502ca5-2df8-4b4f-973d-9d25bebbe2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AA9C7D-1D69-4D10-8E15-C6FF8886C8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4516A7-4775-49C1-A986-AB295B045232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60502ca5-2df8-4b4f-973d-9d25bebbe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1433</TotalTime>
  <Words>1223</Words>
  <Application>Microsoft Office PowerPoint</Application>
  <PresentationFormat>Widescreen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Trebuchet MS</vt:lpstr>
      <vt:lpstr>Berlin</vt:lpstr>
      <vt:lpstr> Forenzika praćenja weba: Otkrivanje i analiza načina na koji kolačići i skripte prate korisnike na webu</vt:lpstr>
      <vt:lpstr>Sadržaj </vt:lpstr>
      <vt:lpstr>Uvod</vt:lpstr>
      <vt:lpstr>Praćenje korisnika putem kolačića </vt:lpstr>
      <vt:lpstr>First-party kolačići </vt:lpstr>
      <vt:lpstr>Third-party kolačići </vt:lpstr>
      <vt:lpstr>Skripte i druge metode praćenja</vt:lpstr>
      <vt:lpstr>Posljedice praćenja i utjecaj na privatnost</vt:lpstr>
      <vt:lpstr>Forenzička web praćenja</vt:lpstr>
      <vt:lpstr>Svrha forenzičke aktivnosti</vt:lpstr>
      <vt:lpstr>Rezultati forenzičke analize</vt:lpstr>
      <vt:lpstr>Zakonski i etički aspekti</vt:lpstr>
      <vt:lpstr>Plan za praktični dio</vt:lpstr>
      <vt:lpstr>Cilj praktičnog dijela</vt:lpstr>
      <vt:lpstr>Network Traffic Analysis</vt:lpstr>
      <vt:lpstr>Database and Backend</vt:lpstr>
      <vt:lpstr>Classification and Detection</vt:lpstr>
      <vt:lpstr>Visualization and Reporting</vt:lpstr>
      <vt:lpstr>Očekivani problemi 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Anamarija Ivančan</dc:creator>
  <cp:lastModifiedBy>Gabriel Vesel</cp:lastModifiedBy>
  <cp:revision>11</cp:revision>
  <dcterms:created xsi:type="dcterms:W3CDTF">2025-11-04T13:08:22Z</dcterms:created>
  <dcterms:modified xsi:type="dcterms:W3CDTF">2025-11-10T21:33:35Z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0x010100A4BB27D280A44E47B599273F18EA988F</vt:lpwstr>
  </property>
</Properties>
</file>